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Lst>
  <p:notesMasterIdLst>
    <p:notesMasterId r:id="rId3"/>
  </p:notesMasterIdLst>
  <p:handoutMasterIdLst>
    <p:handoutMasterId r:id="rId4"/>
  </p:handoutMasterIdLst>
  <p:sldIdLst>
    <p:sldId id="257" r:id="rId2"/>
  </p:sldIdLst>
  <p:sldSz cx="43891200" cy="32918400"/>
  <p:notesSz cx="6858000" cy="9144000"/>
  <p:defaultTextStyle>
    <a:defPPr>
      <a:defRPr lang="en-US"/>
    </a:defPPr>
    <a:lvl1pPr marL="0" algn="l" defTabSz="4388166" rtl="0" eaLnBrk="1" latinLnBrk="0" hangingPunct="1">
      <a:defRPr sz="8600" kern="1200">
        <a:solidFill>
          <a:schemeClr val="tx1"/>
        </a:solidFill>
        <a:latin typeface="+mn-lt"/>
        <a:ea typeface="+mn-ea"/>
        <a:cs typeface="+mn-cs"/>
      </a:defRPr>
    </a:lvl1pPr>
    <a:lvl2pPr marL="2194085" algn="l" defTabSz="4388166" rtl="0" eaLnBrk="1" latinLnBrk="0" hangingPunct="1">
      <a:defRPr sz="8600" kern="1200">
        <a:solidFill>
          <a:schemeClr val="tx1"/>
        </a:solidFill>
        <a:latin typeface="+mn-lt"/>
        <a:ea typeface="+mn-ea"/>
        <a:cs typeface="+mn-cs"/>
      </a:defRPr>
    </a:lvl2pPr>
    <a:lvl3pPr marL="4388166" algn="l" defTabSz="4388166" rtl="0" eaLnBrk="1" latinLnBrk="0" hangingPunct="1">
      <a:defRPr sz="8600" kern="1200">
        <a:solidFill>
          <a:schemeClr val="tx1"/>
        </a:solidFill>
        <a:latin typeface="+mn-lt"/>
        <a:ea typeface="+mn-ea"/>
        <a:cs typeface="+mn-cs"/>
      </a:defRPr>
    </a:lvl3pPr>
    <a:lvl4pPr marL="6582250" algn="l" defTabSz="4388166" rtl="0" eaLnBrk="1" latinLnBrk="0" hangingPunct="1">
      <a:defRPr sz="8600" kern="1200">
        <a:solidFill>
          <a:schemeClr val="tx1"/>
        </a:solidFill>
        <a:latin typeface="+mn-lt"/>
        <a:ea typeface="+mn-ea"/>
        <a:cs typeface="+mn-cs"/>
      </a:defRPr>
    </a:lvl4pPr>
    <a:lvl5pPr marL="8776332" algn="l" defTabSz="4388166" rtl="0" eaLnBrk="1" latinLnBrk="0" hangingPunct="1">
      <a:defRPr sz="8600" kern="1200">
        <a:solidFill>
          <a:schemeClr val="tx1"/>
        </a:solidFill>
        <a:latin typeface="+mn-lt"/>
        <a:ea typeface="+mn-ea"/>
        <a:cs typeface="+mn-cs"/>
      </a:defRPr>
    </a:lvl5pPr>
    <a:lvl6pPr marL="10970417" algn="l" defTabSz="4388166" rtl="0" eaLnBrk="1" latinLnBrk="0" hangingPunct="1">
      <a:defRPr sz="8600" kern="1200">
        <a:solidFill>
          <a:schemeClr val="tx1"/>
        </a:solidFill>
        <a:latin typeface="+mn-lt"/>
        <a:ea typeface="+mn-ea"/>
        <a:cs typeface="+mn-cs"/>
      </a:defRPr>
    </a:lvl6pPr>
    <a:lvl7pPr marL="13164501" algn="l" defTabSz="4388166" rtl="0" eaLnBrk="1" latinLnBrk="0" hangingPunct="1">
      <a:defRPr sz="8600" kern="1200">
        <a:solidFill>
          <a:schemeClr val="tx1"/>
        </a:solidFill>
        <a:latin typeface="+mn-lt"/>
        <a:ea typeface="+mn-ea"/>
        <a:cs typeface="+mn-cs"/>
      </a:defRPr>
    </a:lvl7pPr>
    <a:lvl8pPr marL="15358582" algn="l" defTabSz="4388166" rtl="0" eaLnBrk="1" latinLnBrk="0" hangingPunct="1">
      <a:defRPr sz="8600" kern="1200">
        <a:solidFill>
          <a:schemeClr val="tx1"/>
        </a:solidFill>
        <a:latin typeface="+mn-lt"/>
        <a:ea typeface="+mn-ea"/>
        <a:cs typeface="+mn-cs"/>
      </a:defRPr>
    </a:lvl8pPr>
    <a:lvl9pPr marL="17552667" algn="l" defTabSz="4388166"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4D"/>
    <a:srgbClr val="0D0D0D"/>
    <a:srgbClr val="003764"/>
    <a:srgbClr val="FFB915"/>
    <a:srgbClr val="004A8D"/>
    <a:srgbClr val="CDD2DE"/>
    <a:srgbClr val="FFFFFF"/>
    <a:srgbClr val="F3F5FA"/>
    <a:srgbClr val="E3E9E5"/>
    <a:srgbClr val="EAEAE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8934" autoAdjust="0"/>
    <p:restoredTop sz="94679" autoAdjust="0"/>
  </p:normalViewPr>
  <p:slideViewPr>
    <p:cSldViewPr snapToGrid="0" snapToObjects="1" showGuides="1">
      <p:cViewPr>
        <p:scale>
          <a:sx n="33" d="100"/>
          <a:sy n="33" d="100"/>
        </p:scale>
        <p:origin x="-1632" y="-4"/>
      </p:cViewPr>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79" d="100"/>
          <a:sy n="79" d="100"/>
        </p:scale>
        <p:origin x="-3768" y="-102"/>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notesMaster" Target="notesMasters/notesMaster1.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commentAuthors" Target="commentAuthors.xml"/><Relationship Id="rId4" Type="http://schemas.openxmlformats.org/officeDocument/2006/relationships/handoutMaster" Target="handoutMasters/handoutMaster1.xml"/><Relationship Id="rId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8/17/2025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39740682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8/17/2025</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414637987"/>
      </p:ext>
    </p:extLst>
  </p:cSld>
  <p:clrMap bg1="lt1" tx1="dk1" bg2="lt2" tx2="dk2" accent1="accent1" accent2="accent2" accent3="accent3" accent4="accent4" accent5="accent5" accent6="accent6" hlink="hlink" folHlink="folHlink"/>
  <p:notesStyle>
    <a:lvl1pPr marL="0" algn="l" defTabSz="4388166" rtl="0" eaLnBrk="1" latinLnBrk="0" hangingPunct="1">
      <a:defRPr sz="5800" kern="1200">
        <a:solidFill>
          <a:schemeClr val="tx1"/>
        </a:solidFill>
        <a:latin typeface="+mn-lt"/>
        <a:ea typeface="+mn-ea"/>
        <a:cs typeface="+mn-cs"/>
      </a:defRPr>
    </a:lvl1pPr>
    <a:lvl2pPr marL="2194085" algn="l" defTabSz="4388166" rtl="0" eaLnBrk="1" latinLnBrk="0" hangingPunct="1">
      <a:defRPr sz="5800" kern="1200">
        <a:solidFill>
          <a:schemeClr val="tx1"/>
        </a:solidFill>
        <a:latin typeface="+mn-lt"/>
        <a:ea typeface="+mn-ea"/>
        <a:cs typeface="+mn-cs"/>
      </a:defRPr>
    </a:lvl2pPr>
    <a:lvl3pPr marL="4388166" algn="l" defTabSz="4388166" rtl="0" eaLnBrk="1" latinLnBrk="0" hangingPunct="1">
      <a:defRPr sz="5800" kern="1200">
        <a:solidFill>
          <a:schemeClr val="tx1"/>
        </a:solidFill>
        <a:latin typeface="+mn-lt"/>
        <a:ea typeface="+mn-ea"/>
        <a:cs typeface="+mn-cs"/>
      </a:defRPr>
    </a:lvl3pPr>
    <a:lvl4pPr marL="6582250" algn="l" defTabSz="4388166" rtl="0" eaLnBrk="1" latinLnBrk="0" hangingPunct="1">
      <a:defRPr sz="5800" kern="1200">
        <a:solidFill>
          <a:schemeClr val="tx1"/>
        </a:solidFill>
        <a:latin typeface="+mn-lt"/>
        <a:ea typeface="+mn-ea"/>
        <a:cs typeface="+mn-cs"/>
      </a:defRPr>
    </a:lvl4pPr>
    <a:lvl5pPr marL="8776332" algn="l" defTabSz="4388166" rtl="0" eaLnBrk="1" latinLnBrk="0" hangingPunct="1">
      <a:defRPr sz="5800" kern="1200">
        <a:solidFill>
          <a:schemeClr val="tx1"/>
        </a:solidFill>
        <a:latin typeface="+mn-lt"/>
        <a:ea typeface="+mn-ea"/>
        <a:cs typeface="+mn-cs"/>
      </a:defRPr>
    </a:lvl5pPr>
    <a:lvl6pPr marL="10970417" algn="l" defTabSz="4388166" rtl="0" eaLnBrk="1" latinLnBrk="0" hangingPunct="1">
      <a:defRPr sz="5800" kern="1200">
        <a:solidFill>
          <a:schemeClr val="tx1"/>
        </a:solidFill>
        <a:latin typeface="+mn-lt"/>
        <a:ea typeface="+mn-ea"/>
        <a:cs typeface="+mn-cs"/>
      </a:defRPr>
    </a:lvl6pPr>
    <a:lvl7pPr marL="13164501" algn="l" defTabSz="4388166" rtl="0" eaLnBrk="1" latinLnBrk="0" hangingPunct="1">
      <a:defRPr sz="5800" kern="1200">
        <a:solidFill>
          <a:schemeClr val="tx1"/>
        </a:solidFill>
        <a:latin typeface="+mn-lt"/>
        <a:ea typeface="+mn-ea"/>
        <a:cs typeface="+mn-cs"/>
      </a:defRPr>
    </a:lvl7pPr>
    <a:lvl8pPr marL="15358582" algn="l" defTabSz="4388166" rtl="0" eaLnBrk="1" latinLnBrk="0" hangingPunct="1">
      <a:defRPr sz="5800" kern="1200">
        <a:solidFill>
          <a:schemeClr val="tx1"/>
        </a:solidFill>
        <a:latin typeface="+mn-lt"/>
        <a:ea typeface="+mn-ea"/>
        <a:cs typeface="+mn-cs"/>
      </a:defRPr>
    </a:lvl8pPr>
    <a:lvl9pPr marL="17552667" algn="l" defTabSz="4388166" rtl="0" eaLnBrk="1" latinLnBrk="0" hangingPunct="1">
      <a:defRPr sz="58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31" name="Text Placeholder 5"/>
          <p:cNvSpPr>
            <a:spLocks noGrp="1"/>
          </p:cNvSpPr>
          <p:nvPr>
            <p:ph type="body" sz="quarter" idx="11" hasCustomPrompt="1"/>
          </p:nvPr>
        </p:nvSpPr>
        <p:spPr>
          <a:xfrm>
            <a:off x="916901" y="5494271"/>
            <a:ext cx="13446799"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INTRODUCTION OR ABSTRACT</a:t>
            </a:r>
          </a:p>
        </p:txBody>
      </p:sp>
      <p:sp>
        <p:nvSpPr>
          <p:cNvPr id="38" name="Text Placeholder 9"/>
          <p:cNvSpPr>
            <a:spLocks noGrp="1"/>
          </p:cNvSpPr>
          <p:nvPr>
            <p:ph type="body" sz="quarter" idx="157"/>
          </p:nvPr>
        </p:nvSpPr>
        <p:spPr>
          <a:xfrm>
            <a:off x="916901" y="6246906"/>
            <a:ext cx="13447037"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5">
            <a:extLst>
              <a:ext uri="{FF2B5EF4-FFF2-40B4-BE49-F238E27FC236}">
                <a16:creationId xmlns:a16="http://schemas.microsoft.com/office/drawing/2014/main" id="{652737DD-B1A6-4D41-9C8D-9A93E090FAE3}"/>
              </a:ext>
            </a:extLst>
          </p:cNvPr>
          <p:cNvSpPr>
            <a:spLocks noGrp="1"/>
          </p:cNvSpPr>
          <p:nvPr>
            <p:ph type="body" sz="quarter" idx="165" hasCustomPrompt="1"/>
          </p:nvPr>
        </p:nvSpPr>
        <p:spPr>
          <a:xfrm>
            <a:off x="15222775" y="5494271"/>
            <a:ext cx="13478557"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MATERIALS AND METHODS</a:t>
            </a:r>
          </a:p>
        </p:txBody>
      </p:sp>
      <p:sp>
        <p:nvSpPr>
          <p:cNvPr id="30" name="Text Placeholder 9">
            <a:extLst>
              <a:ext uri="{FF2B5EF4-FFF2-40B4-BE49-F238E27FC236}">
                <a16:creationId xmlns:a16="http://schemas.microsoft.com/office/drawing/2014/main" id="{ECE2636A-B209-4444-AFAD-96BF1EF74A08}"/>
              </a:ext>
            </a:extLst>
          </p:cNvPr>
          <p:cNvSpPr>
            <a:spLocks noGrp="1"/>
          </p:cNvSpPr>
          <p:nvPr>
            <p:ph type="body" sz="quarter" idx="178"/>
          </p:nvPr>
        </p:nvSpPr>
        <p:spPr>
          <a:xfrm>
            <a:off x="15213932" y="6246906"/>
            <a:ext cx="13478796"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5">
            <a:extLst>
              <a:ext uri="{FF2B5EF4-FFF2-40B4-BE49-F238E27FC236}">
                <a16:creationId xmlns:a16="http://schemas.microsoft.com/office/drawing/2014/main" id="{908EB3C9-CB15-4087-A546-BD4985500B88}"/>
              </a:ext>
            </a:extLst>
          </p:cNvPr>
          <p:cNvSpPr>
            <a:spLocks noGrp="1"/>
          </p:cNvSpPr>
          <p:nvPr>
            <p:ph type="body" sz="quarter" idx="187" hasCustomPrompt="1"/>
          </p:nvPr>
        </p:nvSpPr>
        <p:spPr>
          <a:xfrm>
            <a:off x="930193" y="14210586"/>
            <a:ext cx="13433269"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OBJECTIVES</a:t>
            </a:r>
          </a:p>
        </p:txBody>
      </p:sp>
      <p:sp>
        <p:nvSpPr>
          <p:cNvPr id="52" name="Text Placeholder 9">
            <a:extLst>
              <a:ext uri="{FF2B5EF4-FFF2-40B4-BE49-F238E27FC236}">
                <a16:creationId xmlns:a16="http://schemas.microsoft.com/office/drawing/2014/main" id="{9FDA0773-1FE0-4728-A1F5-C436776EAB42}"/>
              </a:ext>
            </a:extLst>
          </p:cNvPr>
          <p:cNvSpPr>
            <a:spLocks noGrp="1"/>
          </p:cNvSpPr>
          <p:nvPr>
            <p:ph type="body" sz="quarter" idx="188"/>
          </p:nvPr>
        </p:nvSpPr>
        <p:spPr>
          <a:xfrm>
            <a:off x="930193" y="14963221"/>
            <a:ext cx="13433507"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5">
            <a:extLst>
              <a:ext uri="{FF2B5EF4-FFF2-40B4-BE49-F238E27FC236}">
                <a16:creationId xmlns:a16="http://schemas.microsoft.com/office/drawing/2014/main" id="{F110AEC8-93C7-4A0C-BC30-682880E5F086}"/>
              </a:ext>
            </a:extLst>
          </p:cNvPr>
          <p:cNvSpPr>
            <a:spLocks noGrp="1"/>
          </p:cNvSpPr>
          <p:nvPr>
            <p:ph type="body" sz="quarter" idx="189" hasCustomPrompt="1"/>
          </p:nvPr>
        </p:nvSpPr>
        <p:spPr>
          <a:xfrm>
            <a:off x="15222514" y="19623929"/>
            <a:ext cx="13478557"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results</a:t>
            </a:r>
          </a:p>
        </p:txBody>
      </p:sp>
      <p:sp>
        <p:nvSpPr>
          <p:cNvPr id="62" name="Text Placeholder 9">
            <a:extLst>
              <a:ext uri="{FF2B5EF4-FFF2-40B4-BE49-F238E27FC236}">
                <a16:creationId xmlns:a16="http://schemas.microsoft.com/office/drawing/2014/main" id="{F9CD33FB-B993-493F-95FC-70AF51B4F9C9}"/>
              </a:ext>
            </a:extLst>
          </p:cNvPr>
          <p:cNvSpPr>
            <a:spLocks noGrp="1"/>
          </p:cNvSpPr>
          <p:nvPr>
            <p:ph type="body" sz="quarter" idx="190"/>
          </p:nvPr>
        </p:nvSpPr>
        <p:spPr>
          <a:xfrm>
            <a:off x="15222514" y="20376564"/>
            <a:ext cx="13478796"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3" name="Text Placeholder 5">
            <a:extLst>
              <a:ext uri="{FF2B5EF4-FFF2-40B4-BE49-F238E27FC236}">
                <a16:creationId xmlns:a16="http://schemas.microsoft.com/office/drawing/2014/main" id="{E8E00E69-0E96-4B46-A1B9-16881A33D210}"/>
              </a:ext>
            </a:extLst>
          </p:cNvPr>
          <p:cNvSpPr>
            <a:spLocks noGrp="1"/>
          </p:cNvSpPr>
          <p:nvPr>
            <p:ph type="body" sz="quarter" idx="191" hasCustomPrompt="1"/>
          </p:nvPr>
        </p:nvSpPr>
        <p:spPr>
          <a:xfrm>
            <a:off x="29550248" y="5507710"/>
            <a:ext cx="13422458"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conclusion</a:t>
            </a:r>
          </a:p>
        </p:txBody>
      </p:sp>
      <p:sp>
        <p:nvSpPr>
          <p:cNvPr id="64" name="Text Placeholder 9">
            <a:extLst>
              <a:ext uri="{FF2B5EF4-FFF2-40B4-BE49-F238E27FC236}">
                <a16:creationId xmlns:a16="http://schemas.microsoft.com/office/drawing/2014/main" id="{BAAAC21B-7F2B-487F-BEC4-58C38C568670}"/>
              </a:ext>
            </a:extLst>
          </p:cNvPr>
          <p:cNvSpPr>
            <a:spLocks noGrp="1"/>
          </p:cNvSpPr>
          <p:nvPr>
            <p:ph type="body" sz="quarter" idx="192"/>
          </p:nvPr>
        </p:nvSpPr>
        <p:spPr>
          <a:xfrm>
            <a:off x="29541404" y="6260345"/>
            <a:ext cx="13422696"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5" name="Text Placeholder 5">
            <a:extLst>
              <a:ext uri="{FF2B5EF4-FFF2-40B4-BE49-F238E27FC236}">
                <a16:creationId xmlns:a16="http://schemas.microsoft.com/office/drawing/2014/main" id="{59B0C7A5-E0E3-4314-B563-0B9357C3E2A8}"/>
              </a:ext>
            </a:extLst>
          </p:cNvPr>
          <p:cNvSpPr>
            <a:spLocks noGrp="1"/>
          </p:cNvSpPr>
          <p:nvPr>
            <p:ph type="body" sz="quarter" idx="193" hasCustomPrompt="1"/>
          </p:nvPr>
        </p:nvSpPr>
        <p:spPr>
          <a:xfrm>
            <a:off x="29538883" y="15021431"/>
            <a:ext cx="13437679"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references</a:t>
            </a:r>
          </a:p>
        </p:txBody>
      </p:sp>
      <p:sp>
        <p:nvSpPr>
          <p:cNvPr id="66" name="Text Placeholder 9">
            <a:extLst>
              <a:ext uri="{FF2B5EF4-FFF2-40B4-BE49-F238E27FC236}">
                <a16:creationId xmlns:a16="http://schemas.microsoft.com/office/drawing/2014/main" id="{6F3E59AB-F20F-47AC-AE57-D7859FE9C715}"/>
              </a:ext>
            </a:extLst>
          </p:cNvPr>
          <p:cNvSpPr>
            <a:spLocks noGrp="1"/>
          </p:cNvSpPr>
          <p:nvPr>
            <p:ph type="body" sz="quarter" idx="194"/>
          </p:nvPr>
        </p:nvSpPr>
        <p:spPr>
          <a:xfrm>
            <a:off x="29538883" y="15774066"/>
            <a:ext cx="13437917"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7" name="Text Placeholder 5">
            <a:extLst>
              <a:ext uri="{FF2B5EF4-FFF2-40B4-BE49-F238E27FC236}">
                <a16:creationId xmlns:a16="http://schemas.microsoft.com/office/drawing/2014/main" id="{3FCD37EB-E20C-46EF-8FE5-377116585725}"/>
              </a:ext>
            </a:extLst>
          </p:cNvPr>
          <p:cNvSpPr>
            <a:spLocks noGrp="1"/>
          </p:cNvSpPr>
          <p:nvPr>
            <p:ph type="body" sz="quarter" idx="195" hasCustomPrompt="1"/>
          </p:nvPr>
        </p:nvSpPr>
        <p:spPr>
          <a:xfrm>
            <a:off x="29554104" y="25654614"/>
            <a:ext cx="13431302"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acknowledgements or contact</a:t>
            </a:r>
          </a:p>
        </p:txBody>
      </p:sp>
      <p:sp>
        <p:nvSpPr>
          <p:cNvPr id="68" name="Text Placeholder 9">
            <a:extLst>
              <a:ext uri="{FF2B5EF4-FFF2-40B4-BE49-F238E27FC236}">
                <a16:creationId xmlns:a16="http://schemas.microsoft.com/office/drawing/2014/main" id="{DF8FBFED-FDDB-4795-A4FF-DC86974B5758}"/>
              </a:ext>
            </a:extLst>
          </p:cNvPr>
          <p:cNvSpPr>
            <a:spLocks noGrp="1"/>
          </p:cNvSpPr>
          <p:nvPr>
            <p:ph type="body" sz="quarter" idx="196"/>
          </p:nvPr>
        </p:nvSpPr>
        <p:spPr>
          <a:xfrm>
            <a:off x="29554104" y="26407249"/>
            <a:ext cx="13422696"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9" name="Text Placeholder 7">
            <a:extLst>
              <a:ext uri="{FF2B5EF4-FFF2-40B4-BE49-F238E27FC236}">
                <a16:creationId xmlns:a16="http://schemas.microsoft.com/office/drawing/2014/main" id="{BFACF34B-4E8E-442C-A33E-57FD0FF8433A}"/>
              </a:ext>
            </a:extLst>
          </p:cNvPr>
          <p:cNvSpPr>
            <a:spLocks noGrp="1"/>
          </p:cNvSpPr>
          <p:nvPr>
            <p:ph type="body" sz="quarter" idx="183" hasCustomPrompt="1"/>
          </p:nvPr>
        </p:nvSpPr>
        <p:spPr>
          <a:xfrm>
            <a:off x="957489" y="294368"/>
            <a:ext cx="31993568" cy="2317750"/>
          </a:xfrm>
          <a:prstGeom prst="rect">
            <a:avLst/>
          </a:prstGeom>
        </p:spPr>
        <p:txBody>
          <a:bodyPr>
            <a:normAutofit/>
          </a:bodyPr>
          <a:lstStyle>
            <a:lvl1pPr marL="0" indent="0">
              <a:buFontTx/>
              <a:buNone/>
              <a:defRPr sz="8000" cap="all" baseline="0">
                <a:solidFill>
                  <a:schemeClr val="bg1"/>
                </a:solidFill>
                <a:latin typeface="Franklin Gothic Medium" panose="020B0603020102020204" pitchFamily="34" charset="0"/>
              </a:defRPr>
            </a:lvl1pPr>
          </a:lstStyle>
          <a:p>
            <a:pPr lvl="0"/>
            <a:r>
              <a:rPr lang="en-US" dirty="0"/>
              <a:t>CLICK HERE TO ADD TITLE: ADJUST TEXT BOX POSITIONING IF ONLY USING ONE LINE</a:t>
            </a:r>
          </a:p>
        </p:txBody>
      </p:sp>
      <p:sp>
        <p:nvSpPr>
          <p:cNvPr id="70" name="Text Placeholder 7">
            <a:extLst>
              <a:ext uri="{FF2B5EF4-FFF2-40B4-BE49-F238E27FC236}">
                <a16:creationId xmlns:a16="http://schemas.microsoft.com/office/drawing/2014/main" id="{3C31251A-CD58-4857-8E51-6BB5A936D6BA}"/>
              </a:ext>
            </a:extLst>
          </p:cNvPr>
          <p:cNvSpPr>
            <a:spLocks noGrp="1"/>
          </p:cNvSpPr>
          <p:nvPr>
            <p:ph type="body" sz="quarter" idx="184" hasCustomPrompt="1"/>
          </p:nvPr>
        </p:nvSpPr>
        <p:spPr>
          <a:xfrm>
            <a:off x="957489" y="2764791"/>
            <a:ext cx="31993568" cy="1937838"/>
          </a:xfrm>
          <a:prstGeom prst="rect">
            <a:avLst/>
          </a:prstGeom>
        </p:spPr>
        <p:txBody>
          <a:bodyPr>
            <a:normAutofit/>
          </a:bodyPr>
          <a:lstStyle>
            <a:lvl1pPr marL="0" indent="0">
              <a:buFontTx/>
              <a:buNone/>
              <a:defRPr sz="5400">
                <a:solidFill>
                  <a:srgbClr val="FEC24D"/>
                </a:solidFill>
                <a:latin typeface="Rockwell" panose="02060603020205020403" pitchFamily="18" charset="0"/>
              </a:defRPr>
            </a:lvl1pPr>
          </a:lstStyle>
          <a:p>
            <a:pPr lvl="0"/>
            <a:r>
              <a:rPr lang="en-US" dirty="0"/>
              <a:t>Click here to add Authors &amp; Affiliations: Adjust text box positioning if only using one line</a:t>
            </a:r>
          </a:p>
        </p:txBody>
      </p:sp>
    </p:spTree>
  </p:cSld>
  <p:clrMapOvr>
    <a:masterClrMapping/>
  </p:clrMapOvr>
  <p:extLst>
    <p:ext uri="{DCECCB84-F9BA-43D5-87BE-67443E8EF086}">
      <p15:sldGuideLst xmlns:p15="http://schemas.microsoft.com/office/powerpoint/2012/main">
        <p15:guide id="1" pos="4800" userDrawn="1">
          <p15:clr>
            <a:srgbClr val="FDE53C"/>
          </p15:clr>
        </p15:guide>
        <p15:guide id="3" pos="9120" userDrawn="1">
          <p15:clr>
            <a:srgbClr val="F26B43"/>
          </p15:clr>
        </p15:guide>
        <p15:guide id="4" pos="18600" userDrawn="1">
          <p15:clr>
            <a:srgbClr val="F26B43"/>
          </p15:clr>
        </p15:guide>
        <p15:guide id="5" pos="9576" userDrawn="1">
          <p15:clr>
            <a:srgbClr val="F26B43"/>
          </p15:clr>
        </p15:guide>
        <p15:guide id="6" pos="18120" userDrawn="1">
          <p15:clr>
            <a:srgbClr val="F26B43"/>
          </p15:clr>
        </p15:guide>
        <p15:guide id="8" orient="horz" pos="3456" userDrawn="1">
          <p15:clr>
            <a:srgbClr val="F26B43"/>
          </p15:clr>
        </p15:guide>
        <p15:guide id="10" pos="22824" userDrawn="1">
          <p15:clr>
            <a:srgbClr val="FDE53C"/>
          </p15:clr>
        </p15:guide>
        <p15:guide id="11" pos="13824" userDrawn="1">
          <p15:clr>
            <a:srgbClr val="FDE53C"/>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 Column Wide">
    <p:spTree>
      <p:nvGrpSpPr>
        <p:cNvPr id="1" name=""/>
        <p:cNvGrpSpPr/>
        <p:nvPr/>
      </p:nvGrpSpPr>
      <p:grpSpPr>
        <a:xfrm>
          <a:off x="0" y="0"/>
          <a:ext cx="0" cy="0"/>
          <a:chOff x="0" y="0"/>
          <a:chExt cx="0" cy="0"/>
        </a:xfrm>
      </p:grpSpPr>
      <p:sp>
        <p:nvSpPr>
          <p:cNvPr id="31" name="Text Placeholder 5"/>
          <p:cNvSpPr>
            <a:spLocks noGrp="1"/>
          </p:cNvSpPr>
          <p:nvPr>
            <p:ph type="body" sz="quarter" idx="11" hasCustomPrompt="1"/>
          </p:nvPr>
        </p:nvSpPr>
        <p:spPr>
          <a:xfrm>
            <a:off x="916901" y="5494271"/>
            <a:ext cx="10970105"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INTRODUCTION OR ABSTRACT</a:t>
            </a:r>
          </a:p>
        </p:txBody>
      </p:sp>
      <p:sp>
        <p:nvSpPr>
          <p:cNvPr id="38" name="Text Placeholder 9"/>
          <p:cNvSpPr>
            <a:spLocks noGrp="1"/>
          </p:cNvSpPr>
          <p:nvPr>
            <p:ph type="body" sz="quarter" idx="157"/>
          </p:nvPr>
        </p:nvSpPr>
        <p:spPr>
          <a:xfrm>
            <a:off x="916901" y="6246906"/>
            <a:ext cx="10970299"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5">
            <a:extLst>
              <a:ext uri="{FF2B5EF4-FFF2-40B4-BE49-F238E27FC236}">
                <a16:creationId xmlns:a16="http://schemas.microsoft.com/office/drawing/2014/main" id="{652737DD-B1A6-4D41-9C8D-9A93E090FAE3}"/>
              </a:ext>
            </a:extLst>
          </p:cNvPr>
          <p:cNvSpPr>
            <a:spLocks noGrp="1"/>
          </p:cNvSpPr>
          <p:nvPr>
            <p:ph type="body" sz="quarter" idx="165" hasCustomPrompt="1"/>
          </p:nvPr>
        </p:nvSpPr>
        <p:spPr>
          <a:xfrm>
            <a:off x="12543743" y="5494271"/>
            <a:ext cx="18812557"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MATERIALS AND METHODS</a:t>
            </a:r>
          </a:p>
        </p:txBody>
      </p:sp>
      <p:sp>
        <p:nvSpPr>
          <p:cNvPr id="30" name="Text Placeholder 9">
            <a:extLst>
              <a:ext uri="{FF2B5EF4-FFF2-40B4-BE49-F238E27FC236}">
                <a16:creationId xmlns:a16="http://schemas.microsoft.com/office/drawing/2014/main" id="{ECE2636A-B209-4444-AFAD-96BF1EF74A08}"/>
              </a:ext>
            </a:extLst>
          </p:cNvPr>
          <p:cNvSpPr>
            <a:spLocks noGrp="1"/>
          </p:cNvSpPr>
          <p:nvPr>
            <p:ph type="body" sz="quarter" idx="178"/>
          </p:nvPr>
        </p:nvSpPr>
        <p:spPr>
          <a:xfrm>
            <a:off x="12534900" y="6246906"/>
            <a:ext cx="18821400"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5">
            <a:extLst>
              <a:ext uri="{FF2B5EF4-FFF2-40B4-BE49-F238E27FC236}">
                <a16:creationId xmlns:a16="http://schemas.microsoft.com/office/drawing/2014/main" id="{908EB3C9-CB15-4087-A546-BD4985500B88}"/>
              </a:ext>
            </a:extLst>
          </p:cNvPr>
          <p:cNvSpPr>
            <a:spLocks noGrp="1"/>
          </p:cNvSpPr>
          <p:nvPr>
            <p:ph type="body" sz="quarter" idx="187" hasCustomPrompt="1"/>
          </p:nvPr>
        </p:nvSpPr>
        <p:spPr>
          <a:xfrm>
            <a:off x="930193" y="18977598"/>
            <a:ext cx="10956813"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OBJECTIVES</a:t>
            </a:r>
          </a:p>
        </p:txBody>
      </p:sp>
      <p:sp>
        <p:nvSpPr>
          <p:cNvPr id="52" name="Text Placeholder 9">
            <a:extLst>
              <a:ext uri="{FF2B5EF4-FFF2-40B4-BE49-F238E27FC236}">
                <a16:creationId xmlns:a16="http://schemas.microsoft.com/office/drawing/2014/main" id="{9FDA0773-1FE0-4728-A1F5-C436776EAB42}"/>
              </a:ext>
            </a:extLst>
          </p:cNvPr>
          <p:cNvSpPr>
            <a:spLocks noGrp="1"/>
          </p:cNvSpPr>
          <p:nvPr>
            <p:ph type="body" sz="quarter" idx="188"/>
          </p:nvPr>
        </p:nvSpPr>
        <p:spPr>
          <a:xfrm>
            <a:off x="930193" y="19730233"/>
            <a:ext cx="10957007"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5">
            <a:extLst>
              <a:ext uri="{FF2B5EF4-FFF2-40B4-BE49-F238E27FC236}">
                <a16:creationId xmlns:a16="http://schemas.microsoft.com/office/drawing/2014/main" id="{F110AEC8-93C7-4A0C-BC30-682880E5F086}"/>
              </a:ext>
            </a:extLst>
          </p:cNvPr>
          <p:cNvSpPr>
            <a:spLocks noGrp="1"/>
          </p:cNvSpPr>
          <p:nvPr>
            <p:ph type="body" sz="quarter" idx="189" hasCustomPrompt="1"/>
          </p:nvPr>
        </p:nvSpPr>
        <p:spPr>
          <a:xfrm>
            <a:off x="12552586" y="18977598"/>
            <a:ext cx="18803714"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results</a:t>
            </a:r>
          </a:p>
        </p:txBody>
      </p:sp>
      <p:sp>
        <p:nvSpPr>
          <p:cNvPr id="62" name="Text Placeholder 9">
            <a:extLst>
              <a:ext uri="{FF2B5EF4-FFF2-40B4-BE49-F238E27FC236}">
                <a16:creationId xmlns:a16="http://schemas.microsoft.com/office/drawing/2014/main" id="{F9CD33FB-B993-493F-95FC-70AF51B4F9C9}"/>
              </a:ext>
            </a:extLst>
          </p:cNvPr>
          <p:cNvSpPr>
            <a:spLocks noGrp="1"/>
          </p:cNvSpPr>
          <p:nvPr>
            <p:ph type="body" sz="quarter" idx="190"/>
          </p:nvPr>
        </p:nvSpPr>
        <p:spPr>
          <a:xfrm>
            <a:off x="12543742" y="19730233"/>
            <a:ext cx="18812557"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3" name="Text Placeholder 5">
            <a:extLst>
              <a:ext uri="{FF2B5EF4-FFF2-40B4-BE49-F238E27FC236}">
                <a16:creationId xmlns:a16="http://schemas.microsoft.com/office/drawing/2014/main" id="{E8E00E69-0E96-4B46-A1B9-16881A33D210}"/>
              </a:ext>
            </a:extLst>
          </p:cNvPr>
          <p:cNvSpPr>
            <a:spLocks noGrp="1"/>
          </p:cNvSpPr>
          <p:nvPr>
            <p:ph type="body" sz="quarter" idx="191" hasCustomPrompt="1"/>
          </p:nvPr>
        </p:nvSpPr>
        <p:spPr>
          <a:xfrm>
            <a:off x="32003998" y="5507710"/>
            <a:ext cx="10961305"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conclusion</a:t>
            </a:r>
          </a:p>
        </p:txBody>
      </p:sp>
      <p:sp>
        <p:nvSpPr>
          <p:cNvPr id="64" name="Text Placeholder 9">
            <a:extLst>
              <a:ext uri="{FF2B5EF4-FFF2-40B4-BE49-F238E27FC236}">
                <a16:creationId xmlns:a16="http://schemas.microsoft.com/office/drawing/2014/main" id="{BAAAC21B-7F2B-487F-BEC4-58C38C568670}"/>
              </a:ext>
            </a:extLst>
          </p:cNvPr>
          <p:cNvSpPr>
            <a:spLocks noGrp="1"/>
          </p:cNvSpPr>
          <p:nvPr>
            <p:ph type="body" sz="quarter" idx="192"/>
          </p:nvPr>
        </p:nvSpPr>
        <p:spPr>
          <a:xfrm>
            <a:off x="32004000" y="6260345"/>
            <a:ext cx="10965400"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5" name="Text Placeholder 5">
            <a:extLst>
              <a:ext uri="{FF2B5EF4-FFF2-40B4-BE49-F238E27FC236}">
                <a16:creationId xmlns:a16="http://schemas.microsoft.com/office/drawing/2014/main" id="{59B0C7A5-E0E3-4314-B563-0B9357C3E2A8}"/>
              </a:ext>
            </a:extLst>
          </p:cNvPr>
          <p:cNvSpPr>
            <a:spLocks noGrp="1"/>
          </p:cNvSpPr>
          <p:nvPr>
            <p:ph type="body" sz="quarter" idx="193" hasCustomPrompt="1"/>
          </p:nvPr>
        </p:nvSpPr>
        <p:spPr>
          <a:xfrm>
            <a:off x="32003999" y="15021431"/>
            <a:ext cx="10970148"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references</a:t>
            </a:r>
          </a:p>
        </p:txBody>
      </p:sp>
      <p:sp>
        <p:nvSpPr>
          <p:cNvPr id="66" name="Text Placeholder 9">
            <a:extLst>
              <a:ext uri="{FF2B5EF4-FFF2-40B4-BE49-F238E27FC236}">
                <a16:creationId xmlns:a16="http://schemas.microsoft.com/office/drawing/2014/main" id="{6F3E59AB-F20F-47AC-AE57-D7859FE9C715}"/>
              </a:ext>
            </a:extLst>
          </p:cNvPr>
          <p:cNvSpPr>
            <a:spLocks noGrp="1"/>
          </p:cNvSpPr>
          <p:nvPr>
            <p:ph type="body" sz="quarter" idx="194"/>
          </p:nvPr>
        </p:nvSpPr>
        <p:spPr>
          <a:xfrm>
            <a:off x="32003999" y="15774066"/>
            <a:ext cx="10974243"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7" name="Text Placeholder 5">
            <a:extLst>
              <a:ext uri="{FF2B5EF4-FFF2-40B4-BE49-F238E27FC236}">
                <a16:creationId xmlns:a16="http://schemas.microsoft.com/office/drawing/2014/main" id="{3FCD37EB-E20C-46EF-8FE5-377116585725}"/>
              </a:ext>
            </a:extLst>
          </p:cNvPr>
          <p:cNvSpPr>
            <a:spLocks noGrp="1"/>
          </p:cNvSpPr>
          <p:nvPr>
            <p:ph type="body" sz="quarter" idx="195" hasCustomPrompt="1"/>
          </p:nvPr>
        </p:nvSpPr>
        <p:spPr>
          <a:xfrm>
            <a:off x="32004000" y="25654614"/>
            <a:ext cx="10974004"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acknowledgements or contact</a:t>
            </a:r>
          </a:p>
        </p:txBody>
      </p:sp>
      <p:sp>
        <p:nvSpPr>
          <p:cNvPr id="68" name="Text Placeholder 9">
            <a:extLst>
              <a:ext uri="{FF2B5EF4-FFF2-40B4-BE49-F238E27FC236}">
                <a16:creationId xmlns:a16="http://schemas.microsoft.com/office/drawing/2014/main" id="{DF8FBFED-FDDB-4795-A4FF-DC86974B5758}"/>
              </a:ext>
            </a:extLst>
          </p:cNvPr>
          <p:cNvSpPr>
            <a:spLocks noGrp="1"/>
          </p:cNvSpPr>
          <p:nvPr>
            <p:ph type="body" sz="quarter" idx="196"/>
          </p:nvPr>
        </p:nvSpPr>
        <p:spPr>
          <a:xfrm>
            <a:off x="32004000" y="26407249"/>
            <a:ext cx="10978100"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7">
            <a:extLst>
              <a:ext uri="{FF2B5EF4-FFF2-40B4-BE49-F238E27FC236}">
                <a16:creationId xmlns:a16="http://schemas.microsoft.com/office/drawing/2014/main" id="{C592AD3B-7A54-4176-9B89-DAF7C8CDE26F}"/>
              </a:ext>
            </a:extLst>
          </p:cNvPr>
          <p:cNvSpPr>
            <a:spLocks noGrp="1"/>
          </p:cNvSpPr>
          <p:nvPr>
            <p:ph type="body" sz="quarter" idx="183" hasCustomPrompt="1"/>
          </p:nvPr>
        </p:nvSpPr>
        <p:spPr>
          <a:xfrm>
            <a:off x="957489" y="294368"/>
            <a:ext cx="31993568" cy="2317750"/>
          </a:xfrm>
          <a:prstGeom prst="rect">
            <a:avLst/>
          </a:prstGeom>
        </p:spPr>
        <p:txBody>
          <a:bodyPr>
            <a:normAutofit/>
          </a:bodyPr>
          <a:lstStyle>
            <a:lvl1pPr marL="0" indent="0">
              <a:buFontTx/>
              <a:buNone/>
              <a:defRPr sz="8000" cap="all" baseline="0">
                <a:solidFill>
                  <a:schemeClr val="bg1"/>
                </a:solidFill>
                <a:latin typeface="Franklin Gothic Medium" panose="020B0603020102020204" pitchFamily="34" charset="0"/>
              </a:defRPr>
            </a:lvl1pPr>
          </a:lstStyle>
          <a:p>
            <a:pPr lvl="0"/>
            <a:r>
              <a:rPr lang="en-US" dirty="0"/>
              <a:t>CLICK HERE TO ADD TITLE: ADJUST TEXT BOX POSITIONING IF ONLY USING ONE LINE</a:t>
            </a:r>
          </a:p>
        </p:txBody>
      </p:sp>
      <p:sp>
        <p:nvSpPr>
          <p:cNvPr id="19" name="Text Placeholder 7">
            <a:extLst>
              <a:ext uri="{FF2B5EF4-FFF2-40B4-BE49-F238E27FC236}">
                <a16:creationId xmlns:a16="http://schemas.microsoft.com/office/drawing/2014/main" id="{F53351EE-43CF-4BED-88D8-C1463456F399}"/>
              </a:ext>
            </a:extLst>
          </p:cNvPr>
          <p:cNvSpPr>
            <a:spLocks noGrp="1"/>
          </p:cNvSpPr>
          <p:nvPr>
            <p:ph type="body" sz="quarter" idx="184" hasCustomPrompt="1"/>
          </p:nvPr>
        </p:nvSpPr>
        <p:spPr>
          <a:xfrm>
            <a:off x="957489" y="2764791"/>
            <a:ext cx="31993568" cy="1937838"/>
          </a:xfrm>
          <a:prstGeom prst="rect">
            <a:avLst/>
          </a:prstGeom>
        </p:spPr>
        <p:txBody>
          <a:bodyPr>
            <a:normAutofit/>
          </a:bodyPr>
          <a:lstStyle>
            <a:lvl1pPr marL="0" indent="0">
              <a:buFontTx/>
              <a:buNone/>
              <a:defRPr sz="5400">
                <a:solidFill>
                  <a:srgbClr val="FEC24D"/>
                </a:solidFill>
                <a:latin typeface="Rockwell" panose="02060603020205020403" pitchFamily="18" charset="0"/>
              </a:defRPr>
            </a:lvl1pPr>
          </a:lstStyle>
          <a:p>
            <a:pPr lvl="0"/>
            <a:r>
              <a:rPr lang="en-US" dirty="0"/>
              <a:t>Click here to add Authors &amp; Affiliations: Adjust text box positioning if only using one line</a:t>
            </a:r>
          </a:p>
        </p:txBody>
      </p:sp>
    </p:spTree>
    <p:extLst>
      <p:ext uri="{BB962C8B-B14F-4D97-AF65-F5344CB8AC3E}">
        <p14:creationId xmlns:p14="http://schemas.microsoft.com/office/powerpoint/2010/main" val="1589026171"/>
      </p:ext>
    </p:extLst>
  </p:cSld>
  <p:clrMapOvr>
    <a:masterClrMapping/>
  </p:clrMapOvr>
  <p:extLst>
    <p:ext uri="{DCECCB84-F9BA-43D5-87BE-67443E8EF086}">
      <p15:sldGuideLst xmlns:p15="http://schemas.microsoft.com/office/powerpoint/2012/main">
        <p15:guide id="1" pos="4032" userDrawn="1">
          <p15:clr>
            <a:srgbClr val="FDE53C"/>
          </p15:clr>
        </p15:guide>
        <p15:guide id="3" pos="7488" userDrawn="1">
          <p15:clr>
            <a:srgbClr val="F26B43"/>
          </p15:clr>
        </p15:guide>
        <p15:guide id="4" pos="20160" userDrawn="1">
          <p15:clr>
            <a:srgbClr val="F26B43"/>
          </p15:clr>
        </p15:guide>
        <p15:guide id="5" pos="7896" userDrawn="1">
          <p15:clr>
            <a:srgbClr val="F26B43"/>
          </p15:clr>
        </p15:guide>
        <p15:guide id="6" pos="19752" userDrawn="1">
          <p15:clr>
            <a:srgbClr val="F26B43"/>
          </p15:clr>
        </p15:guide>
        <p15:guide id="8" orient="horz" pos="3456" userDrawn="1">
          <p15:clr>
            <a:srgbClr val="F26B43"/>
          </p15:clr>
        </p15:guide>
        <p15:guide id="10" pos="23616" userDrawn="1">
          <p15:clr>
            <a:srgbClr val="FDE53C"/>
          </p15:clr>
        </p15:guide>
        <p15:guide id="11" pos="13824" userDrawn="1">
          <p15:clr>
            <a:srgbClr val="FDE53C"/>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31" name="Text Placeholder 5"/>
          <p:cNvSpPr>
            <a:spLocks noGrp="1"/>
          </p:cNvSpPr>
          <p:nvPr>
            <p:ph type="body" sz="quarter" idx="11" hasCustomPrompt="1"/>
          </p:nvPr>
        </p:nvSpPr>
        <p:spPr>
          <a:xfrm>
            <a:off x="916902" y="5494271"/>
            <a:ext cx="10017622"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INTRODUCTION OR ABSTRACT</a:t>
            </a:r>
          </a:p>
        </p:txBody>
      </p:sp>
      <p:sp>
        <p:nvSpPr>
          <p:cNvPr id="38" name="Text Placeholder 9"/>
          <p:cNvSpPr>
            <a:spLocks noGrp="1"/>
          </p:cNvSpPr>
          <p:nvPr>
            <p:ph type="body" sz="quarter" idx="157"/>
          </p:nvPr>
        </p:nvSpPr>
        <p:spPr>
          <a:xfrm>
            <a:off x="916901" y="6246906"/>
            <a:ext cx="10017799"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5">
            <a:extLst>
              <a:ext uri="{FF2B5EF4-FFF2-40B4-BE49-F238E27FC236}">
                <a16:creationId xmlns:a16="http://schemas.microsoft.com/office/drawing/2014/main" id="{652737DD-B1A6-4D41-9C8D-9A93E090FAE3}"/>
              </a:ext>
            </a:extLst>
          </p:cNvPr>
          <p:cNvSpPr>
            <a:spLocks noGrp="1"/>
          </p:cNvSpPr>
          <p:nvPr>
            <p:ph type="body" sz="quarter" idx="165" hasCustomPrompt="1"/>
          </p:nvPr>
        </p:nvSpPr>
        <p:spPr>
          <a:xfrm>
            <a:off x="11591244" y="5494271"/>
            <a:ext cx="10015592"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MATERIALS AND METHODS</a:t>
            </a:r>
          </a:p>
        </p:txBody>
      </p:sp>
      <p:sp>
        <p:nvSpPr>
          <p:cNvPr id="30" name="Text Placeholder 9">
            <a:extLst>
              <a:ext uri="{FF2B5EF4-FFF2-40B4-BE49-F238E27FC236}">
                <a16:creationId xmlns:a16="http://schemas.microsoft.com/office/drawing/2014/main" id="{ECE2636A-B209-4444-AFAD-96BF1EF74A08}"/>
              </a:ext>
            </a:extLst>
          </p:cNvPr>
          <p:cNvSpPr>
            <a:spLocks noGrp="1"/>
          </p:cNvSpPr>
          <p:nvPr>
            <p:ph type="body" sz="quarter" idx="178"/>
          </p:nvPr>
        </p:nvSpPr>
        <p:spPr>
          <a:xfrm>
            <a:off x="11582400" y="6246906"/>
            <a:ext cx="10020300"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5">
            <a:extLst>
              <a:ext uri="{FF2B5EF4-FFF2-40B4-BE49-F238E27FC236}">
                <a16:creationId xmlns:a16="http://schemas.microsoft.com/office/drawing/2014/main" id="{908EB3C9-CB15-4087-A546-BD4985500B88}"/>
              </a:ext>
            </a:extLst>
          </p:cNvPr>
          <p:cNvSpPr>
            <a:spLocks noGrp="1"/>
          </p:cNvSpPr>
          <p:nvPr>
            <p:ph type="body" sz="quarter" idx="187" hasCustomPrompt="1"/>
          </p:nvPr>
        </p:nvSpPr>
        <p:spPr>
          <a:xfrm>
            <a:off x="930194" y="18977598"/>
            <a:ext cx="10004330"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OBJECTIVES</a:t>
            </a:r>
          </a:p>
        </p:txBody>
      </p:sp>
      <p:sp>
        <p:nvSpPr>
          <p:cNvPr id="52" name="Text Placeholder 9">
            <a:extLst>
              <a:ext uri="{FF2B5EF4-FFF2-40B4-BE49-F238E27FC236}">
                <a16:creationId xmlns:a16="http://schemas.microsoft.com/office/drawing/2014/main" id="{9FDA0773-1FE0-4728-A1F5-C436776EAB42}"/>
              </a:ext>
            </a:extLst>
          </p:cNvPr>
          <p:cNvSpPr>
            <a:spLocks noGrp="1"/>
          </p:cNvSpPr>
          <p:nvPr>
            <p:ph type="body" sz="quarter" idx="188"/>
          </p:nvPr>
        </p:nvSpPr>
        <p:spPr>
          <a:xfrm>
            <a:off x="930193" y="19730233"/>
            <a:ext cx="10004507"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5">
            <a:extLst>
              <a:ext uri="{FF2B5EF4-FFF2-40B4-BE49-F238E27FC236}">
                <a16:creationId xmlns:a16="http://schemas.microsoft.com/office/drawing/2014/main" id="{F110AEC8-93C7-4A0C-BC30-682880E5F086}"/>
              </a:ext>
            </a:extLst>
          </p:cNvPr>
          <p:cNvSpPr>
            <a:spLocks noGrp="1"/>
          </p:cNvSpPr>
          <p:nvPr>
            <p:ph type="body" sz="quarter" idx="189" hasCustomPrompt="1"/>
          </p:nvPr>
        </p:nvSpPr>
        <p:spPr>
          <a:xfrm>
            <a:off x="22297344" y="5507710"/>
            <a:ext cx="10015590"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results</a:t>
            </a:r>
          </a:p>
        </p:txBody>
      </p:sp>
      <p:sp>
        <p:nvSpPr>
          <p:cNvPr id="62" name="Text Placeholder 9">
            <a:extLst>
              <a:ext uri="{FF2B5EF4-FFF2-40B4-BE49-F238E27FC236}">
                <a16:creationId xmlns:a16="http://schemas.microsoft.com/office/drawing/2014/main" id="{F9CD33FB-B993-493F-95FC-70AF51B4F9C9}"/>
              </a:ext>
            </a:extLst>
          </p:cNvPr>
          <p:cNvSpPr>
            <a:spLocks noGrp="1"/>
          </p:cNvSpPr>
          <p:nvPr>
            <p:ph type="body" sz="quarter" idx="190"/>
          </p:nvPr>
        </p:nvSpPr>
        <p:spPr>
          <a:xfrm>
            <a:off x="22288501" y="6260345"/>
            <a:ext cx="10020300"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3" name="Text Placeholder 5">
            <a:extLst>
              <a:ext uri="{FF2B5EF4-FFF2-40B4-BE49-F238E27FC236}">
                <a16:creationId xmlns:a16="http://schemas.microsoft.com/office/drawing/2014/main" id="{E8E00E69-0E96-4B46-A1B9-16881A33D210}"/>
              </a:ext>
            </a:extLst>
          </p:cNvPr>
          <p:cNvSpPr>
            <a:spLocks noGrp="1"/>
          </p:cNvSpPr>
          <p:nvPr>
            <p:ph type="body" sz="quarter" idx="191" hasCustomPrompt="1"/>
          </p:nvPr>
        </p:nvSpPr>
        <p:spPr>
          <a:xfrm>
            <a:off x="32956142" y="5507710"/>
            <a:ext cx="10009161"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conclusion</a:t>
            </a:r>
          </a:p>
        </p:txBody>
      </p:sp>
      <p:sp>
        <p:nvSpPr>
          <p:cNvPr id="64" name="Text Placeholder 9">
            <a:extLst>
              <a:ext uri="{FF2B5EF4-FFF2-40B4-BE49-F238E27FC236}">
                <a16:creationId xmlns:a16="http://schemas.microsoft.com/office/drawing/2014/main" id="{BAAAC21B-7F2B-487F-BEC4-58C38C568670}"/>
              </a:ext>
            </a:extLst>
          </p:cNvPr>
          <p:cNvSpPr>
            <a:spLocks noGrp="1"/>
          </p:cNvSpPr>
          <p:nvPr>
            <p:ph type="body" sz="quarter" idx="192"/>
          </p:nvPr>
        </p:nvSpPr>
        <p:spPr>
          <a:xfrm>
            <a:off x="32956500" y="6260345"/>
            <a:ext cx="10012900"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5" name="Text Placeholder 5">
            <a:extLst>
              <a:ext uri="{FF2B5EF4-FFF2-40B4-BE49-F238E27FC236}">
                <a16:creationId xmlns:a16="http://schemas.microsoft.com/office/drawing/2014/main" id="{59B0C7A5-E0E3-4314-B563-0B9357C3E2A8}"/>
              </a:ext>
            </a:extLst>
          </p:cNvPr>
          <p:cNvSpPr>
            <a:spLocks noGrp="1"/>
          </p:cNvSpPr>
          <p:nvPr>
            <p:ph type="body" sz="quarter" idx="193" hasCustomPrompt="1"/>
          </p:nvPr>
        </p:nvSpPr>
        <p:spPr>
          <a:xfrm>
            <a:off x="32956145" y="15021431"/>
            <a:ext cx="10018002"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references</a:t>
            </a:r>
          </a:p>
        </p:txBody>
      </p:sp>
      <p:sp>
        <p:nvSpPr>
          <p:cNvPr id="66" name="Text Placeholder 9">
            <a:extLst>
              <a:ext uri="{FF2B5EF4-FFF2-40B4-BE49-F238E27FC236}">
                <a16:creationId xmlns:a16="http://schemas.microsoft.com/office/drawing/2014/main" id="{6F3E59AB-F20F-47AC-AE57-D7859FE9C715}"/>
              </a:ext>
            </a:extLst>
          </p:cNvPr>
          <p:cNvSpPr>
            <a:spLocks noGrp="1"/>
          </p:cNvSpPr>
          <p:nvPr>
            <p:ph type="body" sz="quarter" idx="194"/>
          </p:nvPr>
        </p:nvSpPr>
        <p:spPr>
          <a:xfrm>
            <a:off x="32956500" y="15774066"/>
            <a:ext cx="10021742"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7" name="Text Placeholder 5">
            <a:extLst>
              <a:ext uri="{FF2B5EF4-FFF2-40B4-BE49-F238E27FC236}">
                <a16:creationId xmlns:a16="http://schemas.microsoft.com/office/drawing/2014/main" id="{3FCD37EB-E20C-46EF-8FE5-377116585725}"/>
              </a:ext>
            </a:extLst>
          </p:cNvPr>
          <p:cNvSpPr>
            <a:spLocks noGrp="1"/>
          </p:cNvSpPr>
          <p:nvPr>
            <p:ph type="body" sz="quarter" idx="195" hasCustomPrompt="1"/>
          </p:nvPr>
        </p:nvSpPr>
        <p:spPr>
          <a:xfrm>
            <a:off x="32955786" y="25654614"/>
            <a:ext cx="10022217"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acknowledgements</a:t>
            </a:r>
          </a:p>
        </p:txBody>
      </p:sp>
      <p:sp>
        <p:nvSpPr>
          <p:cNvPr id="68" name="Text Placeholder 9">
            <a:extLst>
              <a:ext uri="{FF2B5EF4-FFF2-40B4-BE49-F238E27FC236}">
                <a16:creationId xmlns:a16="http://schemas.microsoft.com/office/drawing/2014/main" id="{DF8FBFED-FDDB-4795-A4FF-DC86974B5758}"/>
              </a:ext>
            </a:extLst>
          </p:cNvPr>
          <p:cNvSpPr>
            <a:spLocks noGrp="1"/>
          </p:cNvSpPr>
          <p:nvPr>
            <p:ph type="body" sz="quarter" idx="196"/>
          </p:nvPr>
        </p:nvSpPr>
        <p:spPr>
          <a:xfrm>
            <a:off x="32956142" y="26407249"/>
            <a:ext cx="10025958"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7">
            <a:extLst>
              <a:ext uri="{FF2B5EF4-FFF2-40B4-BE49-F238E27FC236}">
                <a16:creationId xmlns:a16="http://schemas.microsoft.com/office/drawing/2014/main" id="{F3163FC8-0284-4C55-B6C9-F4768769188B}"/>
              </a:ext>
            </a:extLst>
          </p:cNvPr>
          <p:cNvSpPr>
            <a:spLocks noGrp="1"/>
          </p:cNvSpPr>
          <p:nvPr>
            <p:ph type="body" sz="quarter" idx="183" hasCustomPrompt="1"/>
          </p:nvPr>
        </p:nvSpPr>
        <p:spPr>
          <a:xfrm>
            <a:off x="957489" y="294368"/>
            <a:ext cx="31993568" cy="2317750"/>
          </a:xfrm>
          <a:prstGeom prst="rect">
            <a:avLst/>
          </a:prstGeom>
        </p:spPr>
        <p:txBody>
          <a:bodyPr>
            <a:normAutofit/>
          </a:bodyPr>
          <a:lstStyle>
            <a:lvl1pPr marL="0" indent="0">
              <a:buFontTx/>
              <a:buNone/>
              <a:defRPr sz="8000" cap="all" baseline="0">
                <a:solidFill>
                  <a:schemeClr val="bg1"/>
                </a:solidFill>
                <a:latin typeface="Franklin Gothic Medium" panose="020B0603020102020204" pitchFamily="34" charset="0"/>
              </a:defRPr>
            </a:lvl1pPr>
          </a:lstStyle>
          <a:p>
            <a:pPr lvl="0"/>
            <a:r>
              <a:rPr lang="en-US" dirty="0"/>
              <a:t>CLICK HERE TO ADD TITLE: ADJUST TEXT BOX POSITIONING IF ONLY USING ONE LINE</a:t>
            </a:r>
          </a:p>
        </p:txBody>
      </p:sp>
      <p:sp>
        <p:nvSpPr>
          <p:cNvPr id="19" name="Text Placeholder 7">
            <a:extLst>
              <a:ext uri="{FF2B5EF4-FFF2-40B4-BE49-F238E27FC236}">
                <a16:creationId xmlns:a16="http://schemas.microsoft.com/office/drawing/2014/main" id="{1F560F39-722C-48E8-9629-3D7B7302468E}"/>
              </a:ext>
            </a:extLst>
          </p:cNvPr>
          <p:cNvSpPr>
            <a:spLocks noGrp="1"/>
          </p:cNvSpPr>
          <p:nvPr>
            <p:ph type="body" sz="quarter" idx="184" hasCustomPrompt="1"/>
          </p:nvPr>
        </p:nvSpPr>
        <p:spPr>
          <a:xfrm>
            <a:off x="957489" y="2764791"/>
            <a:ext cx="31993568" cy="1937838"/>
          </a:xfrm>
          <a:prstGeom prst="rect">
            <a:avLst/>
          </a:prstGeom>
        </p:spPr>
        <p:txBody>
          <a:bodyPr>
            <a:normAutofit/>
          </a:bodyPr>
          <a:lstStyle>
            <a:lvl1pPr marL="0" indent="0">
              <a:buFontTx/>
              <a:buNone/>
              <a:defRPr sz="5400">
                <a:solidFill>
                  <a:srgbClr val="FEC24D"/>
                </a:solidFill>
                <a:latin typeface="Rockwell" panose="02060603020205020403" pitchFamily="18" charset="0"/>
              </a:defRPr>
            </a:lvl1pPr>
          </a:lstStyle>
          <a:p>
            <a:pPr lvl="0"/>
            <a:r>
              <a:rPr lang="en-US" dirty="0"/>
              <a:t>Click here to add Authors &amp; Affiliations: Adjust text box positioning if only using one line</a:t>
            </a:r>
          </a:p>
        </p:txBody>
      </p:sp>
    </p:spTree>
    <p:extLst>
      <p:ext uri="{BB962C8B-B14F-4D97-AF65-F5344CB8AC3E}">
        <p14:creationId xmlns:p14="http://schemas.microsoft.com/office/powerpoint/2010/main" val="3176154157"/>
      </p:ext>
    </p:extLst>
  </p:cSld>
  <p:clrMapOvr>
    <a:masterClrMapping/>
  </p:clrMapOvr>
  <p:extLst>
    <p:ext uri="{DCECCB84-F9BA-43D5-87BE-67443E8EF086}">
      <p15:sldGuideLst xmlns:p15="http://schemas.microsoft.com/office/powerpoint/2012/main">
        <p15:guide id="1" pos="3744" userDrawn="1">
          <p15:clr>
            <a:srgbClr val="FDE53C"/>
          </p15:clr>
        </p15:guide>
        <p15:guide id="3" pos="6888" userDrawn="1">
          <p15:clr>
            <a:srgbClr val="F26B43"/>
          </p15:clr>
        </p15:guide>
        <p15:guide id="4" pos="20760" userDrawn="1">
          <p15:clr>
            <a:srgbClr val="F26B43"/>
          </p15:clr>
        </p15:guide>
        <p15:guide id="5" pos="7296" userDrawn="1">
          <p15:clr>
            <a:srgbClr val="F26B43"/>
          </p15:clr>
        </p15:guide>
        <p15:guide id="6" pos="20352" userDrawn="1">
          <p15:clr>
            <a:srgbClr val="F26B43"/>
          </p15:clr>
        </p15:guide>
        <p15:guide id="8" orient="horz" pos="3456" userDrawn="1">
          <p15:clr>
            <a:srgbClr val="F26B43"/>
          </p15:clr>
        </p15:guide>
        <p15:guide id="10" pos="23904" userDrawn="1">
          <p15:clr>
            <a:srgbClr val="FDE53C"/>
          </p15:clr>
        </p15:guide>
        <p15:guide id="11" pos="10392" userDrawn="1">
          <p15:clr>
            <a:srgbClr val="FDE53C"/>
          </p15:clr>
        </p15:guide>
        <p15:guide id="12" pos="14040" userDrawn="1">
          <p15:clr>
            <a:srgbClr val="F26B43"/>
          </p15:clr>
        </p15:guide>
        <p15:guide id="13" pos="13608" userDrawn="1">
          <p15:clr>
            <a:srgbClr val="F26B43"/>
          </p15:clr>
        </p15:guide>
        <p15:guide id="14" pos="17208" userDrawn="1">
          <p15:clr>
            <a:srgbClr val="FDE53C"/>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4" name="Text Placeholder 7">
            <a:extLst>
              <a:ext uri="{FF2B5EF4-FFF2-40B4-BE49-F238E27FC236}">
                <a16:creationId xmlns:a16="http://schemas.microsoft.com/office/drawing/2014/main" id="{7A947B71-3CCD-4976-8DB2-CA68781F2D17}"/>
              </a:ext>
            </a:extLst>
          </p:cNvPr>
          <p:cNvSpPr>
            <a:spLocks noGrp="1"/>
          </p:cNvSpPr>
          <p:nvPr>
            <p:ph type="body" sz="quarter" idx="183" hasCustomPrompt="1"/>
          </p:nvPr>
        </p:nvSpPr>
        <p:spPr>
          <a:xfrm>
            <a:off x="957489" y="294368"/>
            <a:ext cx="31993568" cy="2317750"/>
          </a:xfrm>
          <a:prstGeom prst="rect">
            <a:avLst/>
          </a:prstGeom>
        </p:spPr>
        <p:txBody>
          <a:bodyPr>
            <a:normAutofit/>
          </a:bodyPr>
          <a:lstStyle>
            <a:lvl1pPr marL="0" indent="0">
              <a:buFontTx/>
              <a:buNone/>
              <a:defRPr sz="8000" cap="all" baseline="0">
                <a:solidFill>
                  <a:schemeClr val="bg1"/>
                </a:solidFill>
                <a:latin typeface="Franklin Gothic Medium" panose="020B0603020102020204" pitchFamily="34" charset="0"/>
              </a:defRPr>
            </a:lvl1pPr>
          </a:lstStyle>
          <a:p>
            <a:pPr lvl="0"/>
            <a:r>
              <a:rPr lang="en-US" dirty="0"/>
              <a:t>CLICK HERE TO ADD TITLE: ADJUST TEXT BOX POSITIONING IF ONLY USING ONE LINE</a:t>
            </a:r>
          </a:p>
        </p:txBody>
      </p:sp>
      <p:sp>
        <p:nvSpPr>
          <p:cNvPr id="7" name="Text Placeholder 7">
            <a:extLst>
              <a:ext uri="{FF2B5EF4-FFF2-40B4-BE49-F238E27FC236}">
                <a16:creationId xmlns:a16="http://schemas.microsoft.com/office/drawing/2014/main" id="{CCCFEA2F-681C-4325-A10A-402388EB69E3}"/>
              </a:ext>
            </a:extLst>
          </p:cNvPr>
          <p:cNvSpPr>
            <a:spLocks noGrp="1"/>
          </p:cNvSpPr>
          <p:nvPr>
            <p:ph type="body" sz="quarter" idx="184" hasCustomPrompt="1"/>
          </p:nvPr>
        </p:nvSpPr>
        <p:spPr>
          <a:xfrm>
            <a:off x="957489" y="2764791"/>
            <a:ext cx="31993568" cy="1937838"/>
          </a:xfrm>
          <a:prstGeom prst="rect">
            <a:avLst/>
          </a:prstGeom>
        </p:spPr>
        <p:txBody>
          <a:bodyPr>
            <a:normAutofit/>
          </a:bodyPr>
          <a:lstStyle>
            <a:lvl1pPr marL="0" indent="0">
              <a:buFontTx/>
              <a:buNone/>
              <a:defRPr sz="5400">
                <a:solidFill>
                  <a:srgbClr val="FEC24D"/>
                </a:solidFill>
                <a:latin typeface="Rockwell" panose="02060603020205020403" pitchFamily="18" charset="0"/>
              </a:defRPr>
            </a:lvl1pPr>
          </a:lstStyle>
          <a:p>
            <a:pPr lvl="0"/>
            <a:r>
              <a:rPr lang="en-US" dirty="0"/>
              <a:t>Click here to add Authors &amp; Affiliations: Adjust text box positioning if only using one line</a:t>
            </a:r>
          </a:p>
        </p:txBody>
      </p:sp>
    </p:spTree>
    <p:extLst>
      <p:ext uri="{BB962C8B-B14F-4D97-AF65-F5344CB8AC3E}">
        <p14:creationId xmlns:p14="http://schemas.microsoft.com/office/powerpoint/2010/main" val="3992972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image" Target="../media/image8.jpeg"/><Relationship Id="rId3" Type="http://schemas.openxmlformats.org/officeDocument/2006/relationships/slideLayout" Target="../slideLayouts/slideLayout3.xml"/><Relationship Id="rId7" Type="http://schemas.openxmlformats.org/officeDocument/2006/relationships/image" Target="../media/image2.svg"/><Relationship Id="rId12" Type="http://schemas.openxmlformats.org/officeDocument/2006/relationships/image" Target="../media/image7.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11" Type="http://schemas.openxmlformats.org/officeDocument/2006/relationships/image" Target="../media/image6.jpeg"/><Relationship Id="rId5" Type="http://schemas.openxmlformats.org/officeDocument/2006/relationships/theme" Target="../theme/theme1.xml"/><Relationship Id="rId15" Type="http://schemas.openxmlformats.org/officeDocument/2006/relationships/image" Target="../media/image10.jpeg"/><Relationship Id="rId10" Type="http://schemas.openxmlformats.org/officeDocument/2006/relationships/image" Target="../media/image5.jpeg"/><Relationship Id="rId4" Type="http://schemas.openxmlformats.org/officeDocument/2006/relationships/slideLayout" Target="../slideLayouts/slideLayout4.xml"/><Relationship Id="rId9" Type="http://schemas.openxmlformats.org/officeDocument/2006/relationships/image" Target="../media/image4.png"/><Relationship Id="rId14" Type="http://schemas.openxmlformats.org/officeDocument/2006/relationships/image" Target="../media/image9.jpe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0D2487A0-83C4-4D6A-BAB2-EA459FD0C8BE}"/>
              </a:ext>
            </a:extLst>
          </p:cNvPr>
          <p:cNvGrpSpPr/>
          <p:nvPr userDrawn="1"/>
        </p:nvGrpSpPr>
        <p:grpSpPr>
          <a:xfrm>
            <a:off x="0" y="32275720"/>
            <a:ext cx="43891199" cy="642680"/>
            <a:chOff x="0" y="32275720"/>
            <a:chExt cx="43891199" cy="642680"/>
          </a:xfrm>
        </p:grpSpPr>
        <p:sp>
          <p:nvSpPr>
            <p:cNvPr id="31" name="Freeform 19">
              <a:extLst>
                <a:ext uri="{FF2B5EF4-FFF2-40B4-BE49-F238E27FC236}">
                  <a16:creationId xmlns:a16="http://schemas.microsoft.com/office/drawing/2014/main" id="{45CAD17A-BE9A-4682-A071-32FD2AE50817}"/>
                </a:ext>
              </a:extLst>
            </p:cNvPr>
            <p:cNvSpPr/>
            <p:nvPr userDrawn="1"/>
          </p:nvSpPr>
          <p:spPr>
            <a:xfrm>
              <a:off x="0" y="32275720"/>
              <a:ext cx="37383168" cy="642680"/>
            </a:xfrm>
            <a:custGeom>
              <a:avLst/>
              <a:gdLst/>
              <a:ahLst/>
              <a:cxnLst/>
              <a:rect l="l" t="t" r="r" b="b"/>
              <a:pathLst>
                <a:path w="5034770" h="86556">
                  <a:moveTo>
                    <a:pt x="0" y="0"/>
                  </a:moveTo>
                  <a:lnTo>
                    <a:pt x="5034770" y="0"/>
                  </a:lnTo>
                  <a:lnTo>
                    <a:pt x="5034770" y="86556"/>
                  </a:lnTo>
                  <a:lnTo>
                    <a:pt x="0" y="86556"/>
                  </a:lnTo>
                  <a:close/>
                </a:path>
              </a:pathLst>
            </a:custGeom>
            <a:solidFill>
              <a:srgbClr val="FEC24D"/>
            </a:solidFill>
          </p:spPr>
        </p:sp>
        <p:sp>
          <p:nvSpPr>
            <p:cNvPr id="32" name="Freeform 22">
              <a:extLst>
                <a:ext uri="{FF2B5EF4-FFF2-40B4-BE49-F238E27FC236}">
                  <a16:creationId xmlns:a16="http://schemas.microsoft.com/office/drawing/2014/main" id="{7FEB0161-CAD1-47D6-BE79-2584D00E818D}"/>
                </a:ext>
              </a:extLst>
            </p:cNvPr>
            <p:cNvSpPr/>
            <p:nvPr userDrawn="1"/>
          </p:nvSpPr>
          <p:spPr>
            <a:xfrm>
              <a:off x="35949208" y="32275720"/>
              <a:ext cx="7941991" cy="642680"/>
            </a:xfrm>
            <a:custGeom>
              <a:avLst/>
              <a:gdLst/>
              <a:ahLst/>
              <a:cxnLst/>
              <a:rect l="l" t="t" r="r" b="b"/>
              <a:pathLst>
                <a:path w="1069629" h="86556">
                  <a:moveTo>
                    <a:pt x="0" y="0"/>
                  </a:moveTo>
                  <a:lnTo>
                    <a:pt x="1069629" y="0"/>
                  </a:lnTo>
                  <a:lnTo>
                    <a:pt x="1069629" y="86556"/>
                  </a:lnTo>
                  <a:lnTo>
                    <a:pt x="0" y="86556"/>
                  </a:lnTo>
                  <a:close/>
                </a:path>
              </a:pathLst>
            </a:custGeom>
            <a:solidFill>
              <a:srgbClr val="FF4613"/>
            </a:solidFill>
          </p:spPr>
        </p:sp>
      </p:grpSp>
      <p:pic>
        <p:nvPicPr>
          <p:cNvPr id="23" name="Graphic 22">
            <a:extLst>
              <a:ext uri="{FF2B5EF4-FFF2-40B4-BE49-F238E27FC236}">
                <a16:creationId xmlns:a16="http://schemas.microsoft.com/office/drawing/2014/main" id="{01C64AA7-F838-4224-9FD9-D29B90F16379}"/>
              </a:ext>
            </a:extLst>
          </p:cNvPr>
          <p:cNvPicPr>
            <a:picLocks noChangeAspect="1"/>
          </p:cNvPicPr>
          <p:nvPr userDrawn="1"/>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5949208" y="30662131"/>
            <a:ext cx="7053471" cy="1109812"/>
          </a:xfrm>
          <a:prstGeom prst="rect">
            <a:avLst/>
          </a:prstGeom>
        </p:spPr>
      </p:pic>
      <p:sp>
        <p:nvSpPr>
          <p:cNvPr id="35" name="Rectangle 34">
            <a:extLst>
              <a:ext uri="{FF2B5EF4-FFF2-40B4-BE49-F238E27FC236}">
                <a16:creationId xmlns:a16="http://schemas.microsoft.com/office/drawing/2014/main" id="{D1F7DBCE-93E0-487B-AB69-1BD95747772A}"/>
              </a:ext>
            </a:extLst>
          </p:cNvPr>
          <p:cNvSpPr/>
          <p:nvPr userDrawn="1"/>
        </p:nvSpPr>
        <p:spPr>
          <a:xfrm>
            <a:off x="-12068693" y="-6876"/>
            <a:ext cx="11222432" cy="32918401"/>
          </a:xfrm>
          <a:prstGeom prst="rect">
            <a:avLst/>
          </a:prstGeom>
          <a:solidFill>
            <a:srgbClr val="A1C5E1"/>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lvl="0" indent="0" algn="ctr" defTabSz="977900"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003764"/>
                </a:solidFill>
                <a:effectLst/>
                <a:uLnTx/>
                <a:uFillTx/>
                <a:latin typeface="Frutiger LT Std 45 Light" pitchFamily="34" charset="0"/>
                <a:ea typeface="+mn-ea"/>
                <a:cs typeface="+mn-cs"/>
              </a:rPr>
              <a:t>THESE INSTRUCTIONS WILL NOT PRINT</a:t>
            </a:r>
          </a:p>
          <a:p>
            <a:pPr marL="0" marR="0" lvl="0" indent="0" algn="ctr" defTabSz="114300" rtl="0" eaLnBrk="1" fontAlgn="auto" latinLnBrk="0" hangingPunct="1">
              <a:lnSpc>
                <a:spcPct val="15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C000"/>
              </a:solidFill>
              <a:effectLst/>
              <a:uLnTx/>
              <a:uFillTx/>
              <a:latin typeface="Frutiger LT Std 45 Light" pitchFamily="34" charset="0"/>
              <a:ea typeface="+mn-ea"/>
              <a:cs typeface="+mn-cs"/>
            </a:endParaRPr>
          </a:p>
          <a:p>
            <a:pPr marL="0" marR="0" lvl="0" indent="0" algn="ctr" defTabSz="4388166" rtl="0" eaLnBrk="1" fontAlgn="auto" latinLnBrk="0" hangingPunct="1">
              <a:lnSpc>
                <a:spcPct val="150000"/>
              </a:lnSpc>
              <a:spcBef>
                <a:spcPts val="0"/>
              </a:spcBef>
              <a:spcAft>
                <a:spcPts val="0"/>
              </a:spcAft>
              <a:buClrTx/>
              <a:buSzTx/>
              <a:buFontTx/>
              <a:buNone/>
              <a:tabLst/>
              <a:defRPr/>
            </a:pPr>
            <a:r>
              <a:rPr kumimoji="0" lang="en-US" sz="4000" b="1" i="0" u="none" strike="noStrike" kern="1200" cap="none" spc="600" normalizeH="0" baseline="0" noProof="0" dirty="0">
                <a:ln>
                  <a:noFill/>
                </a:ln>
                <a:solidFill>
                  <a:schemeClr val="bg1"/>
                </a:solidFill>
                <a:effectLst/>
                <a:uLnTx/>
                <a:uFillTx/>
                <a:latin typeface="Frutiger LT Std 55 Roman" pitchFamily="34" charset="0"/>
                <a:ea typeface="+mn-ea"/>
                <a:cs typeface="+mn-cs"/>
              </a:rPr>
              <a:t>LAYOUT &amp; DESIGN</a:t>
            </a:r>
          </a:p>
          <a:p>
            <a:pPr algn="ctr">
              <a:lnSpc>
                <a:spcPct val="150000"/>
              </a:lnSpc>
            </a:pPr>
            <a:endParaRPr lang="en-US" sz="3200" b="1" dirty="0">
              <a:solidFill>
                <a:schemeClr val="bg1"/>
              </a:solidFill>
              <a:latin typeface="Frutiger LT Std 55 Roman" pitchFamily="34" charset="0"/>
            </a:endParaRPr>
          </a:p>
          <a:p>
            <a:pPr algn="ctr" defTabSz="2743200">
              <a:lnSpc>
                <a:spcPct val="150000"/>
              </a:lnSpc>
            </a:pPr>
            <a:r>
              <a:rPr lang="en-US" sz="3600" b="1" dirty="0">
                <a:solidFill>
                  <a:schemeClr val="bg1"/>
                </a:solidFill>
                <a:latin typeface="Frutiger LT Std 55 Roman" pitchFamily="34" charset="0"/>
              </a:rPr>
              <a:t>Start</a:t>
            </a:r>
          </a:p>
          <a:p>
            <a:pPr algn="ctr" defTabSz="2743200">
              <a:lnSpc>
                <a:spcPct val="150000"/>
              </a:lnSpc>
            </a:pPr>
            <a:endParaRPr lang="en-US" sz="3200" b="1" dirty="0">
              <a:solidFill>
                <a:srgbClr val="FFFFFF"/>
              </a:solidFill>
              <a:latin typeface="Frutiger LT Std 55 Roman" pitchFamily="34" charset="0"/>
            </a:endParaRPr>
          </a:p>
          <a:p>
            <a:pPr algn="ctr" defTabSz="2743200">
              <a:lnSpc>
                <a:spcPct val="150000"/>
              </a:lnSpc>
            </a:pPr>
            <a:r>
              <a:rPr lang="en-US" sz="2600" dirty="0">
                <a:solidFill>
                  <a:schemeClr val="tx1"/>
                </a:solidFill>
                <a:latin typeface="Frutiger LT Std 45 Light" panose="020B0402020204020204" pitchFamily="34" charset="0"/>
              </a:rPr>
              <a:t>From the HOME tab, select LAYOUT to see the available layout options. After choosing your layout, begin designing your poster. This template contains helpful guidelines for each layout. Go to the VIEW tab and make sure the box next to GUIDES, in the SHOW section, is checked.</a:t>
            </a:r>
          </a:p>
          <a:p>
            <a:pPr algn="ctr">
              <a:lnSpc>
                <a:spcPct val="150000"/>
              </a:lnSpc>
            </a:pPr>
            <a:endParaRPr lang="en-US" sz="3200" b="1" baseline="0" dirty="0">
              <a:solidFill>
                <a:srgbClr val="FFC000"/>
              </a:solidFill>
              <a:latin typeface="Frutiger LT Std 55 Roman" pitchFamily="34" charset="0"/>
            </a:endParaRPr>
          </a:p>
          <a:p>
            <a:pPr marL="0" marR="0" lvl="0" indent="0" algn="ctr" defTabSz="4388166"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chemeClr val="bg1"/>
                </a:solidFill>
                <a:effectLst/>
                <a:uLnTx/>
                <a:uFillTx/>
                <a:latin typeface="Frutiger LT Std 55 Roman" pitchFamily="34" charset="0"/>
                <a:ea typeface="+mn-ea"/>
                <a:cs typeface="+mn-cs"/>
              </a:rPr>
              <a:t>Title, Authors, and Affiliations</a:t>
            </a:r>
          </a:p>
          <a:p>
            <a:pPr marL="0" marR="0" lvl="0" indent="0" algn="ctr" defTabSz="4388166" rtl="0" eaLnBrk="1" fontAlgn="auto" latinLnBrk="0" hangingPunct="1">
              <a:lnSpc>
                <a:spcPct val="15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chemeClr val="tx1"/>
              </a:solidFill>
              <a:effectLst/>
              <a:uLnTx/>
              <a:uFillTx/>
              <a:latin typeface="Frutiger LT Std 55 Roman" pitchFamily="34" charset="0"/>
              <a:ea typeface="+mn-ea"/>
              <a:cs typeface="+mn-cs"/>
            </a:endParaRPr>
          </a:p>
          <a:p>
            <a:pPr marL="0" marR="0" lvl="0" indent="0" algn="l" defTabSz="4388166" rtl="0" eaLnBrk="1" fontAlgn="auto" latinLnBrk="0" hangingPunct="1">
              <a:lnSpc>
                <a:spcPct val="150000"/>
              </a:lnSpc>
              <a:spcBef>
                <a:spcPts val="0"/>
              </a:spcBef>
              <a:spcAft>
                <a:spcPts val="0"/>
              </a:spcAft>
              <a:buClrTx/>
              <a:buSzTx/>
              <a:buFontTx/>
              <a:buNone/>
              <a:tabLst/>
              <a:defRPr/>
            </a:pP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Start designing your poster by adding the title, the names of the authors, and the affiliated institutions. You can type or paste text into the provided boxes. The template will automatically adjust the size of your text to fit the title box. You can override this feature and manually change the size of your text. </a:t>
            </a:r>
          </a:p>
          <a:p>
            <a:pPr marL="0" marR="0" lvl="0" indent="0" algn="l" defTabSz="4388166" rtl="0" eaLnBrk="1" fontAlgn="auto" latinLnBrk="0" hangingPunct="1">
              <a:lnSpc>
                <a:spcPct val="150000"/>
              </a:lnSpc>
              <a:spcBef>
                <a:spcPts val="0"/>
              </a:spcBef>
              <a:spcAft>
                <a:spcPts val="0"/>
              </a:spcAft>
              <a:buClrTx/>
              <a:buSzTx/>
              <a:buFontTx/>
              <a:buNone/>
              <a:tabLst/>
              <a:defRPr/>
            </a:pPr>
            <a:endPar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endParaRPr>
          </a:p>
          <a:p>
            <a:pPr marL="0" marR="0" lvl="0" indent="0" algn="l" defTabSz="4388166" rtl="0" eaLnBrk="1" fontAlgn="auto" latinLnBrk="0" hangingPunct="1">
              <a:lnSpc>
                <a:spcPct val="150000"/>
              </a:lnSpc>
              <a:spcBef>
                <a:spcPts val="0"/>
              </a:spcBef>
              <a:spcAft>
                <a:spcPts val="0"/>
              </a:spcAft>
              <a:buClrTx/>
              <a:buSzTx/>
              <a:buFontTx/>
              <a:buNone/>
              <a:tabLst/>
              <a:defRPr/>
            </a:pPr>
            <a:r>
              <a:rPr kumimoji="0" lang="en-US" sz="2600" b="1" i="0" u="none" strike="noStrike" kern="1200" cap="none" spc="300" normalizeH="0" baseline="0" noProof="0" dirty="0">
                <a:ln>
                  <a:noFill/>
                </a:ln>
                <a:solidFill>
                  <a:schemeClr val="tx1"/>
                </a:solidFill>
                <a:effectLst/>
                <a:uLnTx/>
                <a:uFillTx/>
                <a:latin typeface="Frutiger LT Std 45 Light" pitchFamily="34" charset="0"/>
                <a:ea typeface="+mn-ea"/>
                <a:cs typeface="+mn-cs"/>
              </a:rPr>
              <a:t>TIP</a:t>
            </a:r>
            <a:r>
              <a:rPr kumimoji="0" lang="en-US" sz="2600" b="1" i="0" u="none" strike="noStrike" kern="1200" cap="none" spc="0" normalizeH="0" baseline="0" noProof="0" dirty="0">
                <a:ln>
                  <a:noFill/>
                </a:ln>
                <a:solidFill>
                  <a:schemeClr val="tx1"/>
                </a:solidFill>
                <a:effectLst/>
                <a:uLnTx/>
                <a:uFillTx/>
                <a:latin typeface="Frutiger LT Std 45 Light" pitchFamily="34" charset="0"/>
                <a:ea typeface="+mn-ea"/>
                <a:cs typeface="+mn-cs"/>
              </a:rPr>
              <a:t>: </a:t>
            </a: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The font size of your title should be bigger than your name(s) and affiliation(s).</a:t>
            </a:r>
          </a:p>
          <a:p>
            <a:pPr marL="0" marR="0" lvl="0" indent="0" algn="l" defTabSz="4388166" rtl="0" eaLnBrk="1" fontAlgn="auto" latinLnBrk="0" hangingPunct="1">
              <a:lnSpc>
                <a:spcPct val="150000"/>
              </a:lnSpc>
              <a:spcBef>
                <a:spcPts val="0"/>
              </a:spcBef>
              <a:spcAft>
                <a:spcPts val="0"/>
              </a:spcAft>
              <a:buClrTx/>
              <a:buSzTx/>
              <a:buFontTx/>
              <a:buNone/>
              <a:tabLst/>
              <a:defRPr/>
            </a:pPr>
            <a:endPar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endParaRPr>
          </a:p>
          <a:p>
            <a:pPr marL="0" marR="0" lvl="0" indent="0" algn="ctr" defTabSz="4388166"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chemeClr val="bg1"/>
                </a:solidFill>
                <a:effectLst/>
                <a:uLnTx/>
                <a:uFillTx/>
                <a:latin typeface="Frutiger LT Std 55 Roman" pitchFamily="34" charset="0"/>
                <a:ea typeface="+mn-ea"/>
                <a:cs typeface="+mn-cs"/>
              </a:rPr>
              <a:t>How to Add Text</a:t>
            </a:r>
          </a:p>
          <a:p>
            <a:pPr marL="0" marR="0" lvl="0" indent="0" algn="ctr" defTabSz="4388166" rtl="0" eaLnBrk="1" fontAlgn="auto" latinLnBrk="0" hangingPunct="1">
              <a:lnSpc>
                <a:spcPct val="15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chemeClr val="tx1"/>
              </a:solidFill>
              <a:effectLst/>
              <a:uLnTx/>
              <a:uFillTx/>
              <a:latin typeface="Frutiger LT Std 55 Roman" pitchFamily="34" charset="0"/>
              <a:ea typeface="+mn-ea"/>
              <a:cs typeface="+mn-cs"/>
            </a:endParaRPr>
          </a:p>
          <a:p>
            <a:pPr marL="0" marR="0" lvl="2" indent="0" algn="l" defTabSz="114300" rtl="0" eaLnBrk="1" fontAlgn="auto" latinLnBrk="0" hangingPunct="1">
              <a:lnSpc>
                <a:spcPct val="150000"/>
              </a:lnSpc>
              <a:spcBef>
                <a:spcPts val="0"/>
              </a:spcBef>
              <a:spcAft>
                <a:spcPts val="0"/>
              </a:spcAft>
              <a:buClrTx/>
              <a:buSzTx/>
              <a:buFontTx/>
              <a:buNone/>
              <a:tabLst/>
              <a:defRPr/>
            </a:pP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The template comes with a number of pre-formatted placeholder boxes for headers and body text. Additional headers and body text boxes may be added by copying and pasting the existing ones. Note that the boxes must have user-generated text in order to be copied and pasted. The default placeholder text [i.e. (</a:t>
            </a:r>
            <a:r>
              <a:rPr kumimoji="0" lang="en-US" sz="2600" b="0" i="1" u="none" strike="noStrike" kern="1200" cap="none" spc="0" normalizeH="0" baseline="0" noProof="0" dirty="0">
                <a:ln>
                  <a:noFill/>
                </a:ln>
                <a:solidFill>
                  <a:schemeClr val="tx1"/>
                </a:solidFill>
                <a:effectLst/>
                <a:uLnTx/>
                <a:uFillTx/>
                <a:latin typeface="Frutiger LT Std 45 Light" pitchFamily="34" charset="0"/>
                <a:ea typeface="+mn-ea"/>
                <a:cs typeface="+mn-cs"/>
              </a:rPr>
              <a:t>Click to add text)</a:t>
            </a: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 and </a:t>
            </a:r>
            <a:r>
              <a:rPr kumimoji="0" lang="en-US" sz="2600" b="0" i="1" u="none" strike="noStrike" kern="1200" cap="none" spc="0" normalizeH="0" baseline="0" noProof="0" dirty="0">
                <a:ln>
                  <a:noFill/>
                </a:ln>
                <a:solidFill>
                  <a:schemeClr val="tx1"/>
                </a:solidFill>
                <a:effectLst/>
                <a:uLnTx/>
                <a:uFillTx/>
                <a:latin typeface="Frutiger LT Std 45 Light" pitchFamily="34" charset="0"/>
                <a:ea typeface="+mn-ea"/>
                <a:cs typeface="+mn-cs"/>
              </a:rPr>
              <a:t>(Click to edit) Header</a:t>
            </a: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 does not apply.</a:t>
            </a:r>
            <a:endParaRPr kumimoji="0" lang="en-US" sz="2400" b="0" i="0" u="none" strike="noStrike" kern="1200" cap="none" spc="0" normalizeH="0" baseline="0" noProof="0" dirty="0">
              <a:ln>
                <a:noFill/>
              </a:ln>
              <a:solidFill>
                <a:schemeClr val="tx1"/>
              </a:solidFill>
              <a:effectLst/>
              <a:uLnTx/>
              <a:uFillTx/>
              <a:latin typeface="Frutiger LT Std 45 Light" pitchFamily="34" charset="0"/>
              <a:ea typeface="+mn-ea"/>
              <a:cs typeface="+mn-cs"/>
            </a:endParaRPr>
          </a:p>
          <a:p>
            <a:pPr marL="0" marR="0" lvl="0" indent="0" algn="l" defTabSz="4388166" rtl="0" eaLnBrk="1" fontAlgn="auto" latinLnBrk="0" hangingPunct="1">
              <a:lnSpc>
                <a:spcPct val="150000"/>
              </a:lnSpc>
              <a:spcBef>
                <a:spcPts val="0"/>
              </a:spcBef>
              <a:spcAft>
                <a:spcPts val="0"/>
              </a:spcAft>
              <a:buClrTx/>
              <a:buSzTx/>
              <a:buFontTx/>
              <a:buNone/>
              <a:tabLst/>
              <a:defRPr/>
            </a:pPr>
            <a:endPar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endParaRPr>
          </a:p>
          <a:p>
            <a:pPr marL="0" marR="0" lvl="0" indent="0" algn="ctr" defTabSz="4388166"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chemeClr val="bg1"/>
                </a:solidFill>
                <a:effectLst/>
                <a:uLnTx/>
                <a:uFillTx/>
                <a:latin typeface="Frutiger LT Std 55 Roman" pitchFamily="34" charset="0"/>
                <a:ea typeface="+mn-ea"/>
                <a:cs typeface="+mn-cs"/>
              </a:rPr>
              <a:t>Fonts</a:t>
            </a:r>
          </a:p>
          <a:p>
            <a:pPr marL="0" marR="0" lvl="0" indent="0" algn="ctr" defTabSz="4388166" rtl="0" eaLnBrk="1" fontAlgn="auto" latinLnBrk="0" hangingPunct="1">
              <a:lnSpc>
                <a:spcPct val="15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chemeClr val="tx1"/>
              </a:solidFill>
              <a:effectLst/>
              <a:uLnTx/>
              <a:uFillTx/>
              <a:latin typeface="Frutiger LT Std 55 Roman" pitchFamily="34" charset="0"/>
              <a:ea typeface="+mn-ea"/>
              <a:cs typeface="+mn-cs"/>
            </a:endParaRPr>
          </a:p>
          <a:p>
            <a:pPr marL="0" marR="0" lvl="2" indent="0" algn="l" defTabSz="114300" rtl="0" eaLnBrk="1" fontAlgn="auto" latinLnBrk="0" hangingPunct="1">
              <a:lnSpc>
                <a:spcPct val="150000"/>
              </a:lnSpc>
              <a:spcBef>
                <a:spcPts val="0"/>
              </a:spcBef>
              <a:spcAft>
                <a:spcPts val="0"/>
              </a:spcAft>
              <a:buClrTx/>
              <a:buSzTx/>
              <a:buFontTx/>
              <a:buNone/>
              <a:tabLst/>
              <a:defRPr/>
            </a:pP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Title &amp; Headers: Franklin Gothic Medium ALL CAPS</a:t>
            </a:r>
          </a:p>
          <a:p>
            <a:pPr marL="0" marR="0" lvl="2" indent="0" algn="l" defTabSz="114300" rtl="0" eaLnBrk="1" fontAlgn="auto" latinLnBrk="0" hangingPunct="1">
              <a:lnSpc>
                <a:spcPct val="150000"/>
              </a:lnSpc>
              <a:spcBef>
                <a:spcPts val="0"/>
              </a:spcBef>
              <a:spcAft>
                <a:spcPts val="0"/>
              </a:spcAft>
              <a:buClrTx/>
              <a:buSzTx/>
              <a:buFontTx/>
              <a:buNone/>
              <a:tabLst/>
              <a:defRPr/>
            </a:pP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Authors &amp; Affiliations: Rockwell</a:t>
            </a:r>
          </a:p>
          <a:p>
            <a:pPr marL="0" marR="0" lvl="2" indent="0" algn="l" defTabSz="114300" rtl="0" eaLnBrk="1" fontAlgn="auto" latinLnBrk="0" hangingPunct="1">
              <a:lnSpc>
                <a:spcPct val="150000"/>
              </a:lnSpc>
              <a:spcBef>
                <a:spcPts val="0"/>
              </a:spcBef>
              <a:spcAft>
                <a:spcPts val="0"/>
              </a:spcAft>
              <a:buClrTx/>
              <a:buSzTx/>
              <a:buFontTx/>
              <a:buNone/>
              <a:tabLst/>
              <a:defRPr/>
            </a:pP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Body Text: Avenir Next LT Pro</a:t>
            </a:r>
            <a:endParaRPr kumimoji="0" lang="en-US" sz="2400" b="0" i="0" u="none" strike="noStrike" kern="1200" cap="none" spc="0" normalizeH="0" baseline="0" noProof="0" dirty="0">
              <a:ln>
                <a:noFill/>
              </a:ln>
              <a:solidFill>
                <a:schemeClr val="tx1"/>
              </a:solidFill>
              <a:effectLst/>
              <a:uLnTx/>
              <a:uFillTx/>
              <a:latin typeface="Frutiger LT Std 45 Light" pitchFamily="34" charset="0"/>
              <a:ea typeface="+mn-ea"/>
              <a:cs typeface="+mn-cs"/>
            </a:endParaRPr>
          </a:p>
          <a:p>
            <a:pPr marL="0" marR="0" lvl="2" indent="0" algn="l" defTabSz="114300" rtl="0" eaLnBrk="1" fontAlgn="auto" latinLnBrk="0" hangingPunct="1">
              <a:lnSpc>
                <a:spcPct val="150000"/>
              </a:lnSpc>
              <a:spcBef>
                <a:spcPts val="0"/>
              </a:spcBef>
              <a:spcAft>
                <a:spcPts val="0"/>
              </a:spcAft>
              <a:buClrTx/>
              <a:buSzTx/>
              <a:buFontTx/>
              <a:buNone/>
              <a:tabLst/>
              <a:defRPr/>
            </a:pPr>
            <a:endParaRPr lang="en-US" sz="3600" b="1" baseline="0" dirty="0">
              <a:solidFill>
                <a:schemeClr val="tx1"/>
              </a:solidFill>
              <a:latin typeface="Frutiger LT Std 55 Roman" pitchFamily="34" charset="0"/>
            </a:endParaRPr>
          </a:p>
          <a:p>
            <a:pPr algn="ctr">
              <a:lnSpc>
                <a:spcPct val="150000"/>
              </a:lnSpc>
            </a:pPr>
            <a:r>
              <a:rPr lang="en-US" sz="3600" b="1" baseline="0" dirty="0">
                <a:solidFill>
                  <a:schemeClr val="bg1"/>
                </a:solidFill>
                <a:latin typeface="Frutiger LT Std 55 Roman" pitchFamily="34" charset="0"/>
              </a:rPr>
              <a:t>Zooming in &amp; Out</a:t>
            </a:r>
          </a:p>
          <a:p>
            <a:pPr algn="ctr">
              <a:lnSpc>
                <a:spcPct val="150000"/>
              </a:lnSpc>
            </a:pPr>
            <a:endParaRPr lang="en-US" sz="3200" b="1" baseline="0" dirty="0">
              <a:solidFill>
                <a:schemeClr val="tx1"/>
              </a:solidFill>
              <a:latin typeface="Frutiger LT Std 55 Roman" pitchFamily="34" charset="0"/>
            </a:endParaRPr>
          </a:p>
          <a:p>
            <a:pPr algn="l" defTabSz="850900">
              <a:lnSpc>
                <a:spcPct val="150000"/>
              </a:lnSpc>
            </a:pPr>
            <a:r>
              <a:rPr lang="en-US" sz="2600" b="0" baseline="0" dirty="0">
                <a:solidFill>
                  <a:schemeClr val="tx1"/>
                </a:solidFill>
                <a:latin typeface="Frutiger LT Std 45 Light" pitchFamily="34" charset="0"/>
              </a:rPr>
              <a:t>As you work on your poster zoom in and out to the level that is more</a:t>
            </a:r>
            <a:r>
              <a:rPr lang="en-US" sz="2600" b="0" dirty="0">
                <a:solidFill>
                  <a:schemeClr val="tx1"/>
                </a:solidFill>
                <a:latin typeface="Frutiger LT Std 45 Light" pitchFamily="34" charset="0"/>
              </a:rPr>
              <a:t> </a:t>
            </a:r>
            <a:r>
              <a:rPr lang="en-US" sz="2600" b="0" baseline="0" dirty="0">
                <a:solidFill>
                  <a:schemeClr val="tx1"/>
                </a:solidFill>
                <a:latin typeface="Frutiger LT Std 45 Light" pitchFamily="34" charset="0"/>
              </a:rPr>
              <a:t>comfortable </a:t>
            </a:r>
            <a:r>
              <a:rPr lang="en-US" sz="2600" dirty="0">
                <a:solidFill>
                  <a:schemeClr val="tx1"/>
                </a:solidFill>
                <a:latin typeface="Frutiger LT Std 45 Light" pitchFamily="34" charset="0"/>
              </a:rPr>
              <a:t>for</a:t>
            </a:r>
            <a:r>
              <a:rPr lang="en-US" sz="2600" b="0" baseline="0" dirty="0">
                <a:solidFill>
                  <a:schemeClr val="tx1"/>
                </a:solidFill>
                <a:latin typeface="Frutiger LT Std 45 Light" pitchFamily="34" charset="0"/>
              </a:rPr>
              <a:t> you. Go to VIEW &gt; ZOOM,</a:t>
            </a:r>
            <a:r>
              <a:rPr lang="en-US" sz="2600" b="0" dirty="0">
                <a:solidFill>
                  <a:schemeClr val="tx1"/>
                </a:solidFill>
                <a:latin typeface="Frutiger LT Std 45 Light" pitchFamily="34" charset="0"/>
              </a:rPr>
              <a:t> or use the zoom slider in the bottom right corner.</a:t>
            </a:r>
          </a:p>
          <a:p>
            <a:pPr algn="l" defTabSz="850900">
              <a:lnSpc>
                <a:spcPct val="150000"/>
              </a:lnSpc>
            </a:pPr>
            <a:endParaRPr lang="en-US" sz="6000" dirty="0">
              <a:solidFill>
                <a:schemeClr val="tx1"/>
              </a:solidFill>
            </a:endParaRPr>
          </a:p>
          <a:p>
            <a:pPr lvl="0" defTabSz="114300">
              <a:lnSpc>
                <a:spcPct val="150000"/>
              </a:lnSpc>
              <a:defRPr/>
            </a:pPr>
            <a:endParaRPr lang="en-US" sz="2400" dirty="0">
              <a:solidFill>
                <a:schemeClr val="tx1"/>
              </a:solidFill>
              <a:latin typeface="Frutiger LT Std 45 Light" pitchFamily="34" charset="0"/>
            </a:endParaRPr>
          </a:p>
          <a:p>
            <a:pPr marL="0" marR="0" lvl="0" indent="0" algn="ctr" defTabSz="977900"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003764"/>
                </a:solidFill>
                <a:effectLst/>
                <a:uLnTx/>
                <a:uFillTx/>
                <a:latin typeface="Frutiger LT Std 45 Light" pitchFamily="34" charset="0"/>
                <a:ea typeface="+mn-ea"/>
                <a:cs typeface="+mn-cs"/>
              </a:rPr>
              <a:t>THESE INSTRUCTIONS WILL NOT PRINT</a:t>
            </a:r>
          </a:p>
        </p:txBody>
      </p:sp>
      <p:grpSp>
        <p:nvGrpSpPr>
          <p:cNvPr id="9" name="Group 8">
            <a:extLst>
              <a:ext uri="{FF2B5EF4-FFF2-40B4-BE49-F238E27FC236}">
                <a16:creationId xmlns:a16="http://schemas.microsoft.com/office/drawing/2014/main" id="{4C54AF0B-D510-48F0-B601-E5BBF4F224E6}"/>
              </a:ext>
            </a:extLst>
          </p:cNvPr>
          <p:cNvGrpSpPr/>
          <p:nvPr userDrawn="1"/>
        </p:nvGrpSpPr>
        <p:grpSpPr>
          <a:xfrm>
            <a:off x="44672455" y="-55065"/>
            <a:ext cx="11062139" cy="32973465"/>
            <a:chOff x="44678772" y="-55065"/>
            <a:chExt cx="11062139" cy="32973465"/>
          </a:xfrm>
        </p:grpSpPr>
        <p:sp>
          <p:nvSpPr>
            <p:cNvPr id="10" name="Rectangle 9">
              <a:extLst>
                <a:ext uri="{FF2B5EF4-FFF2-40B4-BE49-F238E27FC236}">
                  <a16:creationId xmlns:a16="http://schemas.microsoft.com/office/drawing/2014/main" id="{B205B2FA-EB84-4934-BB17-A91CB9D265B3}"/>
                </a:ext>
              </a:extLst>
            </p:cNvPr>
            <p:cNvSpPr/>
            <p:nvPr userDrawn="1"/>
          </p:nvSpPr>
          <p:spPr>
            <a:xfrm>
              <a:off x="44678772" y="-55065"/>
              <a:ext cx="11062139" cy="32973465"/>
            </a:xfrm>
            <a:prstGeom prst="rect">
              <a:avLst/>
            </a:prstGeom>
            <a:solidFill>
              <a:srgbClr val="A1C5E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457200" tIns="457200" rIns="457200" bIns="0" rtlCol="0" anchor="t" anchorCtr="0"/>
            <a:lstStyle/>
            <a:p>
              <a:pPr marL="0" marR="0" lvl="0" indent="0" algn="ctr" defTabSz="977900"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003764"/>
                  </a:solidFill>
                  <a:effectLst/>
                  <a:uLnTx/>
                  <a:uFillTx/>
                  <a:latin typeface="Frutiger LT Std 45 Light" pitchFamily="34" charset="0"/>
                  <a:ea typeface="+mn-ea"/>
                  <a:cs typeface="+mn-cs"/>
                </a:rPr>
                <a:t>THESE INSTRUCTIONS WILL NOT PRINT</a:t>
              </a:r>
            </a:p>
            <a:p>
              <a:pPr algn="ctr">
                <a:lnSpc>
                  <a:spcPct val="150000"/>
                </a:lnSpc>
              </a:pPr>
              <a:endParaRPr lang="en-US" sz="2400" b="1" spc="600" dirty="0">
                <a:solidFill>
                  <a:schemeClr val="tx1"/>
                </a:solidFill>
                <a:latin typeface="Frutiger LT Std 55 Roman" pitchFamily="34" charset="0"/>
              </a:endParaRPr>
            </a:p>
            <a:p>
              <a:pPr algn="ctr">
                <a:lnSpc>
                  <a:spcPct val="150000"/>
                </a:lnSpc>
              </a:pPr>
              <a:r>
                <a:rPr lang="en-US" sz="4000" b="1" spc="600" dirty="0">
                  <a:solidFill>
                    <a:schemeClr val="bg1"/>
                  </a:solidFill>
                  <a:latin typeface="Frutiger LT Std 55 Roman" pitchFamily="34" charset="0"/>
                </a:rPr>
                <a:t>TABLES &amp; GRAPHICS</a:t>
              </a:r>
            </a:p>
            <a:p>
              <a:pPr marL="0" indent="0" algn="l" defTabSz="114300">
                <a:lnSpc>
                  <a:spcPct val="150000"/>
                </a:lnSpc>
              </a:pPr>
              <a:endParaRPr lang="en-US" sz="2400" b="0" baseline="0" dirty="0">
                <a:solidFill>
                  <a:schemeClr val="bg1"/>
                </a:solidFill>
                <a:latin typeface="Trebuchet MS" pitchFamily="34" charset="0"/>
              </a:endParaRPr>
            </a:p>
            <a:p>
              <a:pPr algn="ctr">
                <a:lnSpc>
                  <a:spcPct val="150000"/>
                </a:lnSpc>
              </a:pPr>
              <a:r>
                <a:rPr lang="en-US" sz="3600" b="1" baseline="0" dirty="0">
                  <a:solidFill>
                    <a:schemeClr val="bg1"/>
                  </a:solidFill>
                  <a:latin typeface="Frutiger LT Std 55 Roman" pitchFamily="34" charset="0"/>
                </a:rPr>
                <a:t>How to Add Tables</a:t>
              </a:r>
            </a:p>
            <a:p>
              <a:pPr algn="ctr">
                <a:lnSpc>
                  <a:spcPct val="150000"/>
                </a:lnSpc>
              </a:pPr>
              <a:endParaRPr lang="en-US" sz="3600" b="1" baseline="0" dirty="0">
                <a:solidFill>
                  <a:schemeClr val="tx1"/>
                </a:solidFill>
                <a:latin typeface="Frutiger LT Std 55 Roman" pitchFamily="34" charset="0"/>
              </a:endParaRPr>
            </a:p>
            <a:p>
              <a:pPr marL="0" lvl="1" indent="0" defTabSz="114300">
                <a:lnSpc>
                  <a:spcPct val="150000"/>
                </a:lnSpc>
              </a:pPr>
              <a:r>
                <a:rPr lang="en-US" sz="2600" b="0" baseline="0" dirty="0">
                  <a:solidFill>
                    <a:schemeClr val="tx1"/>
                  </a:solidFill>
                  <a:latin typeface="Frutiger LT Std 45 Light" pitchFamily="34" charset="0"/>
                </a:rPr>
                <a:t>To add a table go to the INSERT menu and click on TABLE. A drop-down box will help you select rows and columns</a:t>
              </a:r>
              <a:r>
                <a:rPr lang="en-US" sz="2600" dirty="0">
                  <a:solidFill>
                    <a:schemeClr val="tx1"/>
                  </a:solidFill>
                  <a:latin typeface="Frutiger LT Std 45 Light" pitchFamily="34" charset="0"/>
                </a:rPr>
                <a:t>.</a:t>
              </a:r>
            </a:p>
            <a:p>
              <a:pPr marL="1730375" lvl="1" defTabSz="114300">
                <a:lnSpc>
                  <a:spcPct val="150000"/>
                </a:lnSpc>
              </a:pPr>
              <a:endParaRPr lang="en-US" sz="2600" dirty="0">
                <a:solidFill>
                  <a:schemeClr val="tx1"/>
                </a:solidFill>
                <a:latin typeface="Frutiger LT Std 45 Light" pitchFamily="34" charset="0"/>
              </a:endParaRPr>
            </a:p>
            <a:p>
              <a:pPr marL="0" lvl="1" indent="0" defTabSz="114300">
                <a:lnSpc>
                  <a:spcPct val="150000"/>
                </a:lnSpc>
                <a:tabLst/>
              </a:pPr>
              <a:r>
                <a:rPr lang="en-US" sz="2600" dirty="0">
                  <a:solidFill>
                    <a:schemeClr val="tx1"/>
                  </a:solidFill>
                  <a:latin typeface="Frutiger LT Std 45 Light" pitchFamily="34" charset="0"/>
                </a:rPr>
                <a:t> You can also copy and a paste a table from Word or another PowerPoint document. A pasted table may need to be re-formatted using the DESIGN and LAYOUT tabs that will appear when the table is selected.</a:t>
              </a:r>
            </a:p>
            <a:p>
              <a:pPr marL="1730375" lvl="1" defTabSz="114300">
                <a:lnSpc>
                  <a:spcPct val="150000"/>
                </a:lnSpc>
              </a:pPr>
              <a:endParaRPr lang="en-US" sz="2600" dirty="0">
                <a:solidFill>
                  <a:schemeClr val="tx1"/>
                </a:solidFill>
                <a:latin typeface="Frutiger LT Std 45 Light" pitchFamily="34" charset="0"/>
              </a:endParaRPr>
            </a:p>
            <a:p>
              <a:pPr marL="0" lvl="1" indent="0" defTabSz="114300">
                <a:lnSpc>
                  <a:spcPct val="150000"/>
                </a:lnSpc>
                <a:tabLst/>
              </a:pPr>
              <a:r>
                <a:rPr lang="en-US" sz="2600" dirty="0">
                  <a:solidFill>
                    <a:schemeClr val="tx1"/>
                  </a:solidFill>
                  <a:latin typeface="Frutiger LT Std 45 Light" pitchFamily="34" charset="0"/>
                </a:rPr>
                <a:t>You can simply copy and paste charts and graphs</a:t>
              </a:r>
            </a:p>
            <a:p>
              <a:pPr marL="0" lvl="1" indent="0" defTabSz="114300">
                <a:lnSpc>
                  <a:spcPct val="150000"/>
                </a:lnSpc>
                <a:tabLst/>
              </a:pPr>
              <a:r>
                <a:rPr lang="en-US" sz="2600" dirty="0">
                  <a:solidFill>
                    <a:schemeClr val="tx1"/>
                  </a:solidFill>
                  <a:latin typeface="Frutiger LT Std 45 Light" pitchFamily="34" charset="0"/>
                </a:rPr>
                <a:t>from Excel or Word. Some reformatting may be</a:t>
              </a:r>
            </a:p>
            <a:p>
              <a:pPr marL="0" lvl="1" indent="0" defTabSz="114300">
                <a:lnSpc>
                  <a:spcPct val="150000"/>
                </a:lnSpc>
                <a:tabLst/>
              </a:pPr>
              <a:r>
                <a:rPr lang="en-US" sz="2600" dirty="0">
                  <a:solidFill>
                    <a:schemeClr val="tx1"/>
                  </a:solidFill>
                  <a:latin typeface="Frutiger LT Std 45 Light" pitchFamily="34" charset="0"/>
                </a:rPr>
                <a:t>required depending on how the original document</a:t>
              </a:r>
            </a:p>
            <a:p>
              <a:pPr marL="0" lvl="1" indent="0" defTabSz="114300">
                <a:lnSpc>
                  <a:spcPct val="150000"/>
                </a:lnSpc>
                <a:tabLst/>
              </a:pPr>
              <a:r>
                <a:rPr lang="en-US" sz="2600" dirty="0">
                  <a:solidFill>
                    <a:schemeClr val="tx1"/>
                  </a:solidFill>
                  <a:latin typeface="Frutiger LT Std 45 Light" pitchFamily="34" charset="0"/>
                </a:rPr>
                <a:t>has been created.</a:t>
              </a:r>
            </a:p>
            <a:p>
              <a:pPr marL="0" marR="0" lvl="0" indent="0" algn="l" defTabSz="114300" rtl="0" eaLnBrk="1" fontAlgn="auto" latinLnBrk="0" hangingPunct="1">
                <a:lnSpc>
                  <a:spcPct val="150000"/>
                </a:lnSpc>
                <a:spcBef>
                  <a:spcPts val="0"/>
                </a:spcBef>
                <a:spcAft>
                  <a:spcPts val="0"/>
                </a:spcAft>
                <a:buClrTx/>
                <a:buSzTx/>
                <a:buFontTx/>
                <a:buNone/>
                <a:tabLst/>
                <a:defRPr/>
              </a:pPr>
              <a:endParaRPr kumimoji="0" lang="en-US" sz="3600" b="0" i="0" u="none" strike="noStrike" kern="1200" cap="none" spc="0" normalizeH="0" baseline="0" noProof="0" dirty="0">
                <a:ln>
                  <a:noFill/>
                </a:ln>
                <a:solidFill>
                  <a:schemeClr val="tx1"/>
                </a:solidFill>
                <a:effectLst/>
                <a:uLnTx/>
                <a:uFillTx/>
                <a:latin typeface="Frutiger LT Std 45 Light" pitchFamily="34" charset="0"/>
              </a:endParaRPr>
            </a:p>
            <a:p>
              <a:pPr algn="ctr">
                <a:lnSpc>
                  <a:spcPct val="150000"/>
                </a:lnSpc>
              </a:pPr>
              <a:r>
                <a:rPr lang="en-US" sz="3600" b="1" dirty="0">
                  <a:solidFill>
                    <a:schemeClr val="bg1"/>
                  </a:solidFill>
                  <a:latin typeface="Frutiger LT Std 55 Roman" pitchFamily="34" charset="0"/>
                </a:rPr>
                <a:t>Photos &amp; Graphics</a:t>
              </a:r>
            </a:p>
            <a:p>
              <a:pPr algn="ctr">
                <a:lnSpc>
                  <a:spcPct val="150000"/>
                </a:lnSpc>
              </a:pPr>
              <a:endParaRPr lang="en-US" sz="3600" b="1" dirty="0">
                <a:solidFill>
                  <a:schemeClr val="tx1"/>
                </a:solidFill>
                <a:latin typeface="Frutiger LT Std 55 Roman" pitchFamily="34" charset="0"/>
              </a:endParaRPr>
            </a:p>
            <a:p>
              <a:pPr defTabSz="977900">
                <a:lnSpc>
                  <a:spcPct val="150000"/>
                </a:lnSpc>
              </a:pPr>
              <a:r>
                <a:rPr lang="en-US" sz="2600" dirty="0">
                  <a:solidFill>
                    <a:schemeClr val="tx1"/>
                  </a:solidFill>
                  <a:latin typeface="Frutiger LT Std 45 Light" pitchFamily="34" charset="0"/>
                </a:rPr>
                <a:t>You can add images by dragging and dropping them from your desktop, copy and paste, or by going to INSERT &gt; PICTURES. Resize images proportionally by holding down the SHIFT key and dragging one of the corner handles. For a professional-looking poster, avoid distorting your images by enlarging them disproportionally.</a:t>
              </a:r>
            </a:p>
            <a:p>
              <a:pPr defTabSz="977900">
                <a:lnSpc>
                  <a:spcPct val="150000"/>
                </a:lnSpc>
              </a:pPr>
              <a:endParaRPr lang="en-US" sz="2600" dirty="0">
                <a:solidFill>
                  <a:schemeClr val="tx1"/>
                </a:solidFill>
                <a:latin typeface="Trebuchet MS" pitchFamily="34" charset="0"/>
              </a:endParaRPr>
            </a:p>
            <a:p>
              <a:pPr algn="ctr">
                <a:lnSpc>
                  <a:spcPct val="150000"/>
                </a:lnSpc>
              </a:pPr>
              <a:endParaRPr lang="en-US" sz="2800" b="1" dirty="0">
                <a:solidFill>
                  <a:schemeClr val="tx1"/>
                </a:solidFill>
                <a:latin typeface="Trebuchet MS" pitchFamily="34" charset="0"/>
              </a:endParaRPr>
            </a:p>
            <a:p>
              <a:pPr algn="ctr">
                <a:lnSpc>
                  <a:spcPct val="150000"/>
                </a:lnSpc>
              </a:pPr>
              <a:endParaRPr lang="en-US" sz="2800" b="1" dirty="0">
                <a:solidFill>
                  <a:schemeClr val="tx1"/>
                </a:solidFill>
                <a:latin typeface="Trebuchet MS" pitchFamily="34" charset="0"/>
              </a:endParaRPr>
            </a:p>
            <a:p>
              <a:pPr algn="ctr">
                <a:lnSpc>
                  <a:spcPct val="150000"/>
                </a:lnSpc>
              </a:pPr>
              <a:endParaRPr lang="en-US" sz="2800" b="1" dirty="0">
                <a:solidFill>
                  <a:schemeClr val="tx1"/>
                </a:solidFill>
                <a:latin typeface="Trebuchet MS" pitchFamily="34" charset="0"/>
              </a:endParaRPr>
            </a:p>
            <a:p>
              <a:pPr algn="ctr">
                <a:lnSpc>
                  <a:spcPct val="150000"/>
                </a:lnSpc>
              </a:pPr>
              <a:endParaRPr lang="en-US" sz="2800" b="1" dirty="0">
                <a:solidFill>
                  <a:schemeClr val="tx1"/>
                </a:solidFill>
                <a:latin typeface="Trebuchet MS" pitchFamily="34" charset="0"/>
              </a:endParaRPr>
            </a:p>
            <a:p>
              <a:pPr algn="ctr">
                <a:lnSpc>
                  <a:spcPct val="150000"/>
                </a:lnSpc>
              </a:pPr>
              <a:endParaRPr lang="en-US" sz="3600" b="1" dirty="0">
                <a:solidFill>
                  <a:schemeClr val="tx1"/>
                </a:solidFill>
                <a:latin typeface="Frutiger LT Std 55 Roman" pitchFamily="34" charset="0"/>
              </a:endParaRPr>
            </a:p>
            <a:p>
              <a:pPr algn="ctr">
                <a:lnSpc>
                  <a:spcPct val="150000"/>
                </a:lnSpc>
              </a:pPr>
              <a:r>
                <a:rPr lang="en-US" sz="3600" b="1" dirty="0">
                  <a:solidFill>
                    <a:schemeClr val="bg1"/>
                  </a:solidFill>
                  <a:latin typeface="Frutiger LT Std 55 Roman" pitchFamily="34" charset="0"/>
                </a:rPr>
                <a:t>Image Quality Check</a:t>
              </a:r>
            </a:p>
            <a:p>
              <a:pPr algn="ctr">
                <a:lnSpc>
                  <a:spcPct val="150000"/>
                </a:lnSpc>
              </a:pPr>
              <a:endParaRPr lang="en-US" sz="3600" b="1" dirty="0">
                <a:solidFill>
                  <a:schemeClr val="tx1"/>
                </a:solidFill>
                <a:latin typeface="Frutiger LT Std 55 Roman" pitchFamily="34" charset="0"/>
              </a:endParaRPr>
            </a:p>
            <a:p>
              <a:pPr lvl="0" defTabSz="977900">
                <a:lnSpc>
                  <a:spcPct val="150000"/>
                </a:lnSpc>
              </a:pPr>
              <a:r>
                <a:rPr lang="en-US" sz="2600" dirty="0">
                  <a:solidFill>
                    <a:schemeClr val="tx1"/>
                  </a:solidFill>
                  <a:latin typeface="Frutiger LT Std 45 Light" pitchFamily="34" charset="0"/>
                </a:rPr>
                <a:t>Zoom in and look at your images at 100% magnification. If they look good they will print well. </a:t>
              </a: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marL="0" marR="0" lvl="0" indent="0" algn="ctr" defTabSz="977900"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003764"/>
                  </a:solidFill>
                  <a:effectLst/>
                  <a:uLnTx/>
                  <a:uFillTx/>
                  <a:latin typeface="Frutiger LT Std 45 Light" pitchFamily="34" charset="0"/>
                  <a:ea typeface="+mn-ea"/>
                  <a:cs typeface="+mn-cs"/>
                </a:rPr>
                <a:t>THESE INSTRUCTIONS WILL NOT PRINT</a:t>
              </a:r>
            </a:p>
          </p:txBody>
        </p:sp>
        <p:grpSp>
          <p:nvGrpSpPr>
            <p:cNvPr id="11" name="Group 10">
              <a:extLst>
                <a:ext uri="{FF2B5EF4-FFF2-40B4-BE49-F238E27FC236}">
                  <a16:creationId xmlns:a16="http://schemas.microsoft.com/office/drawing/2014/main" id="{49FD4358-B09C-4C47-98B0-8505F5EF69E2}"/>
                </a:ext>
              </a:extLst>
            </p:cNvPr>
            <p:cNvGrpSpPr/>
            <p:nvPr userDrawn="1"/>
          </p:nvGrpSpPr>
          <p:grpSpPr>
            <a:xfrm>
              <a:off x="53157329" y="8796801"/>
              <a:ext cx="1528780" cy="2829214"/>
              <a:chOff x="52377739" y="8494656"/>
              <a:chExt cx="1528780" cy="2829214"/>
            </a:xfrm>
          </p:grpSpPr>
          <p:pic>
            <p:nvPicPr>
              <p:cNvPr id="22" name="Picture 21">
                <a:extLst>
                  <a:ext uri="{FF2B5EF4-FFF2-40B4-BE49-F238E27FC236}">
                    <a16:creationId xmlns:a16="http://schemas.microsoft.com/office/drawing/2014/main" id="{DDBC4958-DF4D-44E3-AB30-837300FDC928}"/>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2377741" y="9430358"/>
                <a:ext cx="1528778" cy="1893512"/>
              </a:xfrm>
              <a:prstGeom prst="rect">
                <a:avLst/>
              </a:prstGeom>
            </p:spPr>
          </p:pic>
          <p:pic>
            <p:nvPicPr>
              <p:cNvPr id="24" name="Picture 23">
                <a:extLst>
                  <a:ext uri="{FF2B5EF4-FFF2-40B4-BE49-F238E27FC236}">
                    <a16:creationId xmlns:a16="http://schemas.microsoft.com/office/drawing/2014/main" id="{DC252615-3942-4396-977F-5F47472006DE}"/>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52377739" y="8494656"/>
                <a:ext cx="637363" cy="935702"/>
              </a:xfrm>
              <a:prstGeom prst="rect">
                <a:avLst/>
              </a:prstGeom>
            </p:spPr>
          </p:pic>
        </p:grpSp>
        <p:sp>
          <p:nvSpPr>
            <p:cNvPr id="12" name="TextBox 11">
              <a:extLst>
                <a:ext uri="{FF2B5EF4-FFF2-40B4-BE49-F238E27FC236}">
                  <a16:creationId xmlns:a16="http://schemas.microsoft.com/office/drawing/2014/main" id="{60ADEB9A-D9B8-44B4-960C-88B8F9E80B7A}"/>
                </a:ext>
              </a:extLst>
            </p:cNvPr>
            <p:cNvSpPr txBox="1"/>
            <p:nvPr userDrawn="1"/>
          </p:nvSpPr>
          <p:spPr>
            <a:xfrm>
              <a:off x="46009557" y="19034520"/>
              <a:ext cx="2247311" cy="707886"/>
            </a:xfrm>
            <a:prstGeom prst="rect">
              <a:avLst/>
            </a:prstGeom>
            <a:noFill/>
          </p:spPr>
          <p:txBody>
            <a:bodyPr wrap="square" lIns="457200" tIns="457200" rIns="457200" bIns="0" rtlCol="0">
              <a:spAutoFit/>
            </a:bodyPr>
            <a:lstStyle/>
            <a:p>
              <a:pPr algn="ctr"/>
              <a:r>
                <a:rPr lang="en-US" sz="1600" dirty="0">
                  <a:solidFill>
                    <a:schemeClr val="bg1"/>
                  </a:solidFill>
                  <a:latin typeface="Frutiger LT Std 45 Light" pitchFamily="34" charset="0"/>
                </a:rPr>
                <a:t>Corner</a:t>
              </a:r>
              <a:r>
                <a:rPr lang="en-US" sz="1600" baseline="0" dirty="0">
                  <a:solidFill>
                    <a:schemeClr val="bg1"/>
                  </a:solidFill>
                  <a:latin typeface="Frutiger LT Std 45 Light" pitchFamily="34" charset="0"/>
                </a:rPr>
                <a:t> handles</a:t>
              </a:r>
              <a:endParaRPr lang="en-US" sz="1600" dirty="0">
                <a:solidFill>
                  <a:schemeClr val="bg1"/>
                </a:solidFill>
                <a:latin typeface="Frutiger LT Std 45 Light" pitchFamily="34" charset="0"/>
              </a:endParaRPr>
            </a:p>
          </p:txBody>
        </p:sp>
        <p:pic>
          <p:nvPicPr>
            <p:cNvPr id="13" name="Picture 7" descr="X:\Graphics\Powerpoint templates project\arnie.jpg">
              <a:extLst>
                <a:ext uri="{FF2B5EF4-FFF2-40B4-BE49-F238E27FC236}">
                  <a16:creationId xmlns:a16="http://schemas.microsoft.com/office/drawing/2014/main" id="{0599881D-A38D-44AD-B854-444978814008}"/>
                </a:ext>
              </a:extLst>
            </p:cNvPr>
            <p:cNvPicPr>
              <a:picLocks noChangeAspect="1"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49549656" y="17810062"/>
              <a:ext cx="1380556" cy="207083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7" descr="X:\Graphics\Powerpoint templates project\arnie.jpg">
              <a:extLst>
                <a:ext uri="{FF2B5EF4-FFF2-40B4-BE49-F238E27FC236}">
                  <a16:creationId xmlns:a16="http://schemas.microsoft.com/office/drawing/2014/main" id="{99F07BE8-6C3F-49D1-B4E7-001D702D12AA}"/>
                </a:ext>
              </a:extLst>
            </p:cNvPr>
            <p:cNvPicPr>
              <a:picLocks noChangeAspect="1" noChangeArrowheads="1"/>
            </p:cNvPicPr>
            <p:nvPr userDrawn="1"/>
          </p:nvPicPr>
          <p:blipFill>
            <a:blip r:embed="rId11" cstate="print">
              <a:extLst>
                <a:ext uri="{28A0092B-C50C-407E-A947-70E740481C1C}">
                  <a14:useLocalDpi xmlns:a14="http://schemas.microsoft.com/office/drawing/2010/main" val="0"/>
                </a:ext>
              </a:extLst>
            </a:blip>
            <a:srcRect/>
            <a:stretch>
              <a:fillRect/>
            </a:stretch>
          </p:blipFill>
          <p:spPr bwMode="auto">
            <a:xfrm>
              <a:off x="51064136" y="17807531"/>
              <a:ext cx="3211358" cy="2233981"/>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A939D968-7A2B-41E6-B0DA-064F43FE3135}"/>
                </a:ext>
              </a:extLst>
            </p:cNvPr>
            <p:cNvSpPr txBox="1"/>
            <p:nvPr userDrawn="1"/>
          </p:nvSpPr>
          <p:spPr>
            <a:xfrm>
              <a:off x="51064136" y="19764729"/>
              <a:ext cx="3207021" cy="400100"/>
            </a:xfrm>
            <a:prstGeom prst="rect">
              <a:avLst/>
            </a:prstGeom>
            <a:solidFill>
              <a:srgbClr val="C00000"/>
            </a:solidFill>
          </p:spPr>
          <p:txBody>
            <a:bodyPr wrap="square" lIns="457200" tIns="91440" rIns="457200" bIns="91440" rtlCol="0">
              <a:spAutoFit/>
            </a:bodyPr>
            <a:lstStyle/>
            <a:p>
              <a:pPr algn="ctr"/>
              <a:r>
                <a:rPr lang="en-US" sz="1400" b="1" dirty="0">
                  <a:solidFill>
                    <a:schemeClr val="bg1"/>
                  </a:solidFill>
                  <a:latin typeface="Frutiger LT Std 55 Roman" pitchFamily="34" charset="0"/>
                </a:rPr>
                <a:t>DISTORTED</a:t>
              </a:r>
              <a:endParaRPr lang="en-US" sz="700" b="1" dirty="0">
                <a:solidFill>
                  <a:schemeClr val="bg1"/>
                </a:solidFill>
                <a:latin typeface="Frutiger LT Std 55 Roman" pitchFamily="34" charset="0"/>
              </a:endParaRPr>
            </a:p>
          </p:txBody>
        </p:sp>
        <p:sp>
          <p:nvSpPr>
            <p:cNvPr id="16" name="TextBox 15">
              <a:extLst>
                <a:ext uri="{FF2B5EF4-FFF2-40B4-BE49-F238E27FC236}">
                  <a16:creationId xmlns:a16="http://schemas.microsoft.com/office/drawing/2014/main" id="{0FA94967-9F00-4986-AE83-F54559C75182}"/>
                </a:ext>
              </a:extLst>
            </p:cNvPr>
            <p:cNvSpPr txBox="1"/>
            <p:nvPr userDrawn="1"/>
          </p:nvSpPr>
          <p:spPr>
            <a:xfrm>
              <a:off x="49549657" y="19738603"/>
              <a:ext cx="1380096" cy="430887"/>
            </a:xfrm>
            <a:prstGeom prst="rect">
              <a:avLst/>
            </a:prstGeom>
            <a:solidFill>
              <a:srgbClr val="FFC000"/>
            </a:solidFill>
            <a:ln>
              <a:noFill/>
            </a:ln>
          </p:spPr>
          <p:txBody>
            <a:bodyPr wrap="square" lIns="91440" tIns="91440" rIns="91440" bIns="91440" rtlCol="0">
              <a:spAutoFit/>
            </a:bodyPr>
            <a:lstStyle/>
            <a:p>
              <a:pPr algn="ctr"/>
              <a:r>
                <a:rPr lang="en-US" sz="1600" b="1" dirty="0">
                  <a:solidFill>
                    <a:schemeClr val="tx1"/>
                  </a:solidFill>
                  <a:latin typeface="Frutiger LT Std 55 Roman" pitchFamily="34" charset="0"/>
                </a:rPr>
                <a:t>ORIGINAL</a:t>
              </a:r>
            </a:p>
          </p:txBody>
        </p:sp>
        <p:pic>
          <p:nvPicPr>
            <p:cNvPr id="17" name="Picture 16">
              <a:extLst>
                <a:ext uri="{FF2B5EF4-FFF2-40B4-BE49-F238E27FC236}">
                  <a16:creationId xmlns:a16="http://schemas.microsoft.com/office/drawing/2014/main" id="{FB73B2A1-C78A-4118-9267-68A988A79A2D}"/>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45789999" y="18499696"/>
              <a:ext cx="2686425" cy="838317"/>
            </a:xfrm>
            <a:prstGeom prst="rect">
              <a:avLst/>
            </a:prstGeom>
          </p:spPr>
        </p:pic>
        <p:sp>
          <p:nvSpPr>
            <p:cNvPr id="18" name="TextBox 17">
              <a:extLst>
                <a:ext uri="{FF2B5EF4-FFF2-40B4-BE49-F238E27FC236}">
                  <a16:creationId xmlns:a16="http://schemas.microsoft.com/office/drawing/2014/main" id="{61C5AE83-EE95-4169-AD42-35674FF83C8E}"/>
                </a:ext>
              </a:extLst>
            </p:cNvPr>
            <p:cNvSpPr txBox="1"/>
            <p:nvPr userDrawn="1"/>
          </p:nvSpPr>
          <p:spPr>
            <a:xfrm rot="16200000">
              <a:off x="44404465" y="25681216"/>
              <a:ext cx="2432515" cy="338553"/>
            </a:xfrm>
            <a:prstGeom prst="rect">
              <a:avLst/>
            </a:prstGeom>
            <a:noFill/>
          </p:spPr>
          <p:txBody>
            <a:bodyPr wrap="square" lIns="91440" tIns="91440" rIns="91440" bIns="0" rtlCol="0">
              <a:spAutoFit/>
            </a:bodyPr>
            <a:lstStyle/>
            <a:p>
              <a:pPr algn="ctr"/>
              <a:r>
                <a:rPr lang="en-US" sz="1600" b="1" dirty="0">
                  <a:solidFill>
                    <a:srgbClr val="003764"/>
                  </a:solidFill>
                  <a:latin typeface="Frutiger LT Std 45 Light" pitchFamily="34" charset="0"/>
                </a:rPr>
                <a:t>Good</a:t>
              </a:r>
              <a:r>
                <a:rPr lang="en-US" sz="1600" b="1" baseline="0" dirty="0">
                  <a:solidFill>
                    <a:srgbClr val="003764"/>
                  </a:solidFill>
                  <a:latin typeface="Frutiger LT Std 45 Light" pitchFamily="34" charset="0"/>
                </a:rPr>
                <a:t> </a:t>
              </a:r>
              <a:r>
                <a:rPr lang="en-US" sz="1600" baseline="0" dirty="0">
                  <a:solidFill>
                    <a:schemeClr val="bg1"/>
                  </a:solidFill>
                  <a:latin typeface="Frutiger LT Std 45 Light" pitchFamily="34" charset="0"/>
                </a:rPr>
                <a:t>printing quality</a:t>
              </a:r>
              <a:endParaRPr lang="en-US" sz="1600" dirty="0">
                <a:solidFill>
                  <a:schemeClr val="bg1"/>
                </a:solidFill>
                <a:latin typeface="Frutiger LT Std 45 Light" pitchFamily="34" charset="0"/>
              </a:endParaRPr>
            </a:p>
          </p:txBody>
        </p:sp>
        <p:sp>
          <p:nvSpPr>
            <p:cNvPr id="19" name="TextBox 18">
              <a:extLst>
                <a:ext uri="{FF2B5EF4-FFF2-40B4-BE49-F238E27FC236}">
                  <a16:creationId xmlns:a16="http://schemas.microsoft.com/office/drawing/2014/main" id="{24F558EE-8606-4433-AB95-531748677C5E}"/>
                </a:ext>
              </a:extLst>
            </p:cNvPr>
            <p:cNvSpPr txBox="1"/>
            <p:nvPr userDrawn="1"/>
          </p:nvSpPr>
          <p:spPr>
            <a:xfrm rot="16200000">
              <a:off x="53388924" y="25746118"/>
              <a:ext cx="2432515" cy="338553"/>
            </a:xfrm>
            <a:prstGeom prst="rect">
              <a:avLst/>
            </a:prstGeom>
            <a:noFill/>
          </p:spPr>
          <p:txBody>
            <a:bodyPr wrap="square" lIns="91440" tIns="91440" rIns="91440" bIns="0" rtlCol="0">
              <a:spAutoFit/>
            </a:bodyPr>
            <a:lstStyle/>
            <a:p>
              <a:pPr algn="ctr"/>
              <a:r>
                <a:rPr lang="en-US" sz="1600" dirty="0">
                  <a:solidFill>
                    <a:srgbClr val="FF0000"/>
                  </a:solidFill>
                  <a:latin typeface="Frutiger LT Std 45 Light" pitchFamily="34" charset="0"/>
                </a:rPr>
                <a:t>Bad </a:t>
              </a:r>
              <a:r>
                <a:rPr lang="en-US" sz="1600" dirty="0">
                  <a:solidFill>
                    <a:schemeClr val="bg1"/>
                  </a:solidFill>
                  <a:latin typeface="Frutiger LT Std 45 Light" pitchFamily="34" charset="0"/>
                </a:rPr>
                <a:t>printing quality</a:t>
              </a:r>
            </a:p>
          </p:txBody>
        </p:sp>
        <p:pic>
          <p:nvPicPr>
            <p:cNvPr id="20" name="Picture 8" descr="X:\Graphics\Powerpoint templates project\library_back.jpg">
              <a:extLst>
                <a:ext uri="{FF2B5EF4-FFF2-40B4-BE49-F238E27FC236}">
                  <a16:creationId xmlns:a16="http://schemas.microsoft.com/office/drawing/2014/main" id="{13F5E22A-A856-421A-BEC7-81E73D268F05}"/>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45932398" y="24554359"/>
              <a:ext cx="3968274" cy="2645516"/>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9" descr="X:\Graphics\Powerpoint templates project\library_back_badres.jpg">
              <a:extLst>
                <a:ext uri="{FF2B5EF4-FFF2-40B4-BE49-F238E27FC236}">
                  <a16:creationId xmlns:a16="http://schemas.microsoft.com/office/drawing/2014/main" id="{CCA21BFC-1054-43A7-99E0-AE160BFA5345}"/>
                </a:ext>
              </a:extLst>
            </p:cNvPr>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50485299" y="24554359"/>
              <a:ext cx="3950606" cy="2633737"/>
            </a:xfrm>
            <a:prstGeom prst="rect">
              <a:avLst/>
            </a:prstGeom>
            <a:noFill/>
            <a:extLst>
              <a:ext uri="{909E8E84-426E-40DD-AFC4-6F175D3DCCD1}">
                <a14:hiddenFill xmlns:a14="http://schemas.microsoft.com/office/drawing/2010/main">
                  <a:solidFill>
                    <a:srgbClr val="FFFFFF"/>
                  </a:solidFill>
                </a14:hiddenFill>
              </a:ext>
            </a:extLst>
          </p:spPr>
        </p:pic>
      </p:grpSp>
      <p:pic>
        <p:nvPicPr>
          <p:cNvPr id="6" name="Picture 5">
            <a:extLst>
              <a:ext uri="{FF2B5EF4-FFF2-40B4-BE49-F238E27FC236}">
                <a16:creationId xmlns:a16="http://schemas.microsoft.com/office/drawing/2014/main" id="{F1E0D527-9514-4D24-BFC0-17A2262879E6}"/>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0" y="4197"/>
            <a:ext cx="43891200" cy="5027898"/>
          </a:xfrm>
          <a:prstGeom prst="rect">
            <a:avLst/>
          </a:prstGeom>
        </p:spPr>
      </p:pic>
    </p:spTree>
  </p:cSld>
  <p:clrMap bg1="lt1" tx1="dk1" bg2="lt2" tx2="dk2" accent1="accent1" accent2="accent2" accent3="accent3" accent4="accent4" accent5="accent5" accent6="accent6" hlink="hlink" folHlink="folHlink"/>
  <p:sldLayoutIdLst>
    <p:sldLayoutId id="2147483652" r:id="rId1"/>
    <p:sldLayoutId id="2147483654" r:id="rId2"/>
    <p:sldLayoutId id="2147483655" r:id="rId3"/>
    <p:sldLayoutId id="2147483653" r:id="rId4"/>
  </p:sldLayoutIdLst>
  <p:txStyles>
    <p:titleStyle>
      <a:lvl1pPr algn="ctr" defTabSz="4388166"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563" indent="-1645563" algn="l" defTabSz="4388166"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385" indent="-1371302" algn="l" defTabSz="4388166"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5208" indent="-1097042" algn="l" defTabSz="4388166"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79292"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337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7458"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1540"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562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49706"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166" rtl="0" eaLnBrk="1" latinLnBrk="0" hangingPunct="1">
        <a:defRPr sz="8600" kern="1200">
          <a:solidFill>
            <a:schemeClr val="tx1"/>
          </a:solidFill>
          <a:latin typeface="+mn-lt"/>
          <a:ea typeface="+mn-ea"/>
          <a:cs typeface="+mn-cs"/>
        </a:defRPr>
      </a:lvl1pPr>
      <a:lvl2pPr marL="2194085" algn="l" defTabSz="4388166" rtl="0" eaLnBrk="1" latinLnBrk="0" hangingPunct="1">
        <a:defRPr sz="8600" kern="1200">
          <a:solidFill>
            <a:schemeClr val="tx1"/>
          </a:solidFill>
          <a:latin typeface="+mn-lt"/>
          <a:ea typeface="+mn-ea"/>
          <a:cs typeface="+mn-cs"/>
        </a:defRPr>
      </a:lvl2pPr>
      <a:lvl3pPr marL="4388166" algn="l" defTabSz="4388166" rtl="0" eaLnBrk="1" latinLnBrk="0" hangingPunct="1">
        <a:defRPr sz="8600" kern="1200">
          <a:solidFill>
            <a:schemeClr val="tx1"/>
          </a:solidFill>
          <a:latin typeface="+mn-lt"/>
          <a:ea typeface="+mn-ea"/>
          <a:cs typeface="+mn-cs"/>
        </a:defRPr>
      </a:lvl3pPr>
      <a:lvl4pPr marL="6582250" algn="l" defTabSz="4388166" rtl="0" eaLnBrk="1" latinLnBrk="0" hangingPunct="1">
        <a:defRPr sz="8600" kern="1200">
          <a:solidFill>
            <a:schemeClr val="tx1"/>
          </a:solidFill>
          <a:latin typeface="+mn-lt"/>
          <a:ea typeface="+mn-ea"/>
          <a:cs typeface="+mn-cs"/>
        </a:defRPr>
      </a:lvl4pPr>
      <a:lvl5pPr marL="8776332" algn="l" defTabSz="4388166" rtl="0" eaLnBrk="1" latinLnBrk="0" hangingPunct="1">
        <a:defRPr sz="8600" kern="1200">
          <a:solidFill>
            <a:schemeClr val="tx1"/>
          </a:solidFill>
          <a:latin typeface="+mn-lt"/>
          <a:ea typeface="+mn-ea"/>
          <a:cs typeface="+mn-cs"/>
        </a:defRPr>
      </a:lvl5pPr>
      <a:lvl6pPr marL="10970417" algn="l" defTabSz="4388166" rtl="0" eaLnBrk="1" latinLnBrk="0" hangingPunct="1">
        <a:defRPr sz="8600" kern="1200">
          <a:solidFill>
            <a:schemeClr val="tx1"/>
          </a:solidFill>
          <a:latin typeface="+mn-lt"/>
          <a:ea typeface="+mn-ea"/>
          <a:cs typeface="+mn-cs"/>
        </a:defRPr>
      </a:lvl6pPr>
      <a:lvl7pPr marL="13164501" algn="l" defTabSz="4388166" rtl="0" eaLnBrk="1" latinLnBrk="0" hangingPunct="1">
        <a:defRPr sz="8600" kern="1200">
          <a:solidFill>
            <a:schemeClr val="tx1"/>
          </a:solidFill>
          <a:latin typeface="+mn-lt"/>
          <a:ea typeface="+mn-ea"/>
          <a:cs typeface="+mn-cs"/>
        </a:defRPr>
      </a:lvl7pPr>
      <a:lvl8pPr marL="15358582" algn="l" defTabSz="4388166" rtl="0" eaLnBrk="1" latinLnBrk="0" hangingPunct="1">
        <a:defRPr sz="8600" kern="1200">
          <a:solidFill>
            <a:schemeClr val="tx1"/>
          </a:solidFill>
          <a:latin typeface="+mn-lt"/>
          <a:ea typeface="+mn-ea"/>
          <a:cs typeface="+mn-cs"/>
        </a:defRPr>
      </a:lvl8pPr>
      <a:lvl9pPr marL="17552667" algn="l" defTabSz="4388166" rtl="0" eaLnBrk="1" latinLnBrk="0" hangingPunct="1">
        <a:defRPr sz="86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0016" userDrawn="1">
          <p15:clr>
            <a:srgbClr val="F26B43"/>
          </p15:clr>
        </p15:guide>
        <p15:guide id="2" orient="horz" pos="3168" userDrawn="1">
          <p15:clr>
            <a:srgbClr val="F26B43"/>
          </p15:clr>
        </p15:guide>
        <p15:guide id="3" orient="horz" pos="2976" userDrawn="1">
          <p15:clr>
            <a:srgbClr val="F26B43"/>
          </p15:clr>
        </p15:guide>
        <p15:guide id="4" orient="horz" pos="192" userDrawn="1">
          <p15:clr>
            <a:srgbClr val="F26B43"/>
          </p15:clr>
        </p15:guide>
        <p15:guide id="5" pos="576" userDrawn="1">
          <p15:clr>
            <a:srgbClr val="F26B43"/>
          </p15:clr>
        </p15:guide>
        <p15:guide id="6" pos="27072"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image" Target="../media/image21.png"/><Relationship Id="rId17" Type="http://schemas.openxmlformats.org/officeDocument/2006/relationships/image" Target="../media/image26.png"/><Relationship Id="rId2" Type="http://schemas.openxmlformats.org/officeDocument/2006/relationships/image" Target="../media/image11.png"/><Relationship Id="rId16" Type="http://schemas.openxmlformats.org/officeDocument/2006/relationships/image" Target="../media/image25.png"/><Relationship Id="rId1" Type="http://schemas.openxmlformats.org/officeDocument/2006/relationships/slideLayout" Target="../slideLayouts/slideLayout1.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5" Type="http://schemas.openxmlformats.org/officeDocument/2006/relationships/image" Target="../media/image2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 Id="rId14"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mathematical equation with black text&#10;&#10;AI-generated content may be incorrect.">
            <a:extLst>
              <a:ext uri="{FF2B5EF4-FFF2-40B4-BE49-F238E27FC236}">
                <a16:creationId xmlns:a16="http://schemas.microsoft.com/office/drawing/2014/main" id="{8CA2789B-F770-F741-0C99-98A3438AF0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155928" y="13270284"/>
            <a:ext cx="10509615" cy="1769476"/>
          </a:xfrm>
          <a:prstGeom prst="rect">
            <a:avLst/>
          </a:prstGeom>
        </p:spPr>
      </p:pic>
      <p:pic>
        <p:nvPicPr>
          <p:cNvPr id="1066" name="Picture 1065" descr="A group of colored circles with black text&#10;&#10;AI-generated content may be incorrect.">
            <a:extLst>
              <a:ext uri="{FF2B5EF4-FFF2-40B4-BE49-F238E27FC236}">
                <a16:creationId xmlns:a16="http://schemas.microsoft.com/office/drawing/2014/main" id="{A5DD1990-1636-72C8-902A-DA52CDC3ED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562618" y="18693932"/>
            <a:ext cx="1642213" cy="1378286"/>
          </a:xfrm>
          <a:prstGeom prst="rect">
            <a:avLst/>
          </a:prstGeom>
        </p:spPr>
      </p:pic>
      <p:sp>
        <p:nvSpPr>
          <p:cNvPr id="248" name="Text Placeholder 247">
            <a:extLst>
              <a:ext uri="{FF2B5EF4-FFF2-40B4-BE49-F238E27FC236}">
                <a16:creationId xmlns:a16="http://schemas.microsoft.com/office/drawing/2014/main" id="{FCB588C2-E32C-4416-8904-BF8EBC58C324}"/>
              </a:ext>
            </a:extLst>
          </p:cNvPr>
          <p:cNvSpPr>
            <a:spLocks noGrp="1"/>
          </p:cNvSpPr>
          <p:nvPr>
            <p:ph type="body" sz="quarter" idx="11"/>
          </p:nvPr>
        </p:nvSpPr>
        <p:spPr>
          <a:xfrm>
            <a:off x="349488" y="5497684"/>
            <a:ext cx="13446799" cy="830997"/>
          </a:xfrm>
        </p:spPr>
        <p:txBody>
          <a:bodyPr/>
          <a:lstStyle/>
          <a:p>
            <a:r>
              <a:rPr lang="en-US" sz="4800" dirty="0"/>
              <a:t>Introduction</a:t>
            </a:r>
          </a:p>
        </p:txBody>
      </p:sp>
      <p:sp>
        <p:nvSpPr>
          <p:cNvPr id="249" name="Text Placeholder 248">
            <a:extLst>
              <a:ext uri="{FF2B5EF4-FFF2-40B4-BE49-F238E27FC236}">
                <a16:creationId xmlns:a16="http://schemas.microsoft.com/office/drawing/2014/main" id="{E0E9361C-2AB3-4A14-9958-43972D8A2542}"/>
              </a:ext>
            </a:extLst>
          </p:cNvPr>
          <p:cNvSpPr>
            <a:spLocks noGrp="1"/>
          </p:cNvSpPr>
          <p:nvPr>
            <p:ph type="body" sz="quarter" idx="157"/>
          </p:nvPr>
        </p:nvSpPr>
        <p:spPr>
          <a:xfrm>
            <a:off x="349488" y="5713376"/>
            <a:ext cx="13137237" cy="10424392"/>
          </a:xfrm>
        </p:spPr>
        <p:txBody>
          <a:bodyPr/>
          <a:lstStyle/>
          <a:p>
            <a:endParaRPr lang="en-US" sz="3000" b="1" dirty="0"/>
          </a:p>
          <a:p>
            <a:pPr marL="457200" indent="-457200">
              <a:buFont typeface="Arial" panose="020B0604020202020204" pitchFamily="34" charset="0"/>
              <a:buChar char="•"/>
            </a:pPr>
            <a:r>
              <a:rPr lang="en-US" sz="3000" b="1" dirty="0"/>
              <a:t>Different fish stocks have been shown to respond differently to extreme weather and climate change </a:t>
            </a:r>
            <a:r>
              <a:rPr lang="en-US" sz="3000" dirty="0"/>
              <a:t>creating challenges for stock assessors and the fishing industry. </a:t>
            </a:r>
          </a:p>
          <a:p>
            <a:pPr marL="457200" indent="-457200">
              <a:buFont typeface="Arial" panose="020B0604020202020204" pitchFamily="34" charset="0"/>
              <a:buChar char="•"/>
            </a:pPr>
            <a:endParaRPr lang="en-US" sz="3000" dirty="0"/>
          </a:p>
          <a:p>
            <a:pPr marL="457200" indent="-457200">
              <a:buFont typeface="Arial" panose="020B0604020202020204" pitchFamily="34" charset="0"/>
              <a:buChar char="•"/>
            </a:pPr>
            <a:r>
              <a:rPr lang="en-US" sz="3000" b="1" dirty="0"/>
              <a:t>Management Strategy Evaluation (MSE) </a:t>
            </a:r>
            <a:r>
              <a:rPr lang="en-US" sz="3000" dirty="0"/>
              <a:t>is a modeling framework that allows us to simulate different management plans and weigh the tradeoffs of different strategies.</a:t>
            </a:r>
          </a:p>
          <a:p>
            <a:pPr marL="457200" indent="-457200">
              <a:buFont typeface="Arial" panose="020B0604020202020204" pitchFamily="34" charset="0"/>
              <a:buChar char="•"/>
            </a:pPr>
            <a:endParaRPr lang="en-US" sz="3000" dirty="0"/>
          </a:p>
          <a:p>
            <a:pPr marL="457200" indent="-457200">
              <a:buFont typeface="Arial" panose="020B0604020202020204" pitchFamily="34" charset="0"/>
              <a:buChar char="•"/>
            </a:pPr>
            <a:r>
              <a:rPr lang="en-US" sz="3000" b="1" dirty="0"/>
              <a:t>In this study</a:t>
            </a:r>
            <a:r>
              <a:rPr lang="en-US" sz="3000" dirty="0"/>
              <a:t> we plan to incorporate environmental covariates into an MSE to better understand how best to use environmental projections. Specifically, we look at Georges Bank Yellowtail Flounder stock as a case study</a:t>
            </a:r>
          </a:p>
          <a:p>
            <a:pPr marL="457200" indent="-457200">
              <a:buFont typeface="Arial" panose="020B0604020202020204" pitchFamily="34" charset="0"/>
              <a:buChar char="•"/>
            </a:pPr>
            <a:endParaRPr lang="en-US" sz="3000" dirty="0"/>
          </a:p>
          <a:p>
            <a:pPr marL="457200" indent="-457200">
              <a:buFont typeface="Arial" panose="020B0604020202020204" pitchFamily="34" charset="0"/>
              <a:buChar char="•"/>
            </a:pPr>
            <a:endParaRPr lang="en-US" sz="3000" dirty="0"/>
          </a:p>
          <a:p>
            <a:pPr marL="457200" indent="-457200">
              <a:buFont typeface="Arial" panose="020B0604020202020204" pitchFamily="34" charset="0"/>
              <a:buChar char="•"/>
            </a:pPr>
            <a:endParaRPr lang="en-US" sz="3000" dirty="0"/>
          </a:p>
          <a:p>
            <a:endParaRPr lang="en-US" sz="3000" dirty="0"/>
          </a:p>
          <a:p>
            <a:endParaRPr lang="en-US" sz="3000" dirty="0"/>
          </a:p>
          <a:p>
            <a:endParaRPr lang="en-US" sz="3400" dirty="0"/>
          </a:p>
          <a:p>
            <a:endParaRPr lang="en-US" dirty="0"/>
          </a:p>
        </p:txBody>
      </p:sp>
      <p:sp>
        <p:nvSpPr>
          <p:cNvPr id="250" name="Text Placeholder 249">
            <a:extLst>
              <a:ext uri="{FF2B5EF4-FFF2-40B4-BE49-F238E27FC236}">
                <a16:creationId xmlns:a16="http://schemas.microsoft.com/office/drawing/2014/main" id="{C984F5E9-9775-412E-9820-F8F6101003EB}"/>
              </a:ext>
            </a:extLst>
          </p:cNvPr>
          <p:cNvSpPr>
            <a:spLocks noGrp="1"/>
          </p:cNvSpPr>
          <p:nvPr>
            <p:ph type="body" sz="quarter" idx="165"/>
          </p:nvPr>
        </p:nvSpPr>
        <p:spPr>
          <a:xfrm>
            <a:off x="14487791" y="5587709"/>
            <a:ext cx="13478557" cy="830997"/>
          </a:xfrm>
        </p:spPr>
        <p:txBody>
          <a:bodyPr/>
          <a:lstStyle/>
          <a:p>
            <a:r>
              <a:rPr lang="en-US" sz="4800" dirty="0"/>
              <a:t>METHODS – Generalized additive model </a:t>
            </a:r>
          </a:p>
        </p:txBody>
      </p:sp>
      <p:sp>
        <p:nvSpPr>
          <p:cNvPr id="254" name="Text Placeholder 253">
            <a:extLst>
              <a:ext uri="{FF2B5EF4-FFF2-40B4-BE49-F238E27FC236}">
                <a16:creationId xmlns:a16="http://schemas.microsoft.com/office/drawing/2014/main" id="{DE282470-2478-4AF5-BE27-EB4FFFEF8844}"/>
              </a:ext>
            </a:extLst>
          </p:cNvPr>
          <p:cNvSpPr>
            <a:spLocks noGrp="1"/>
          </p:cNvSpPr>
          <p:nvPr>
            <p:ph type="body" sz="quarter" idx="187"/>
          </p:nvPr>
        </p:nvSpPr>
        <p:spPr>
          <a:xfrm>
            <a:off x="349488" y="12220569"/>
            <a:ext cx="13954993" cy="830997"/>
          </a:xfrm>
        </p:spPr>
        <p:txBody>
          <a:bodyPr/>
          <a:lstStyle/>
          <a:p>
            <a:r>
              <a:rPr lang="en-US" sz="4800" dirty="0"/>
              <a:t>Methods</a:t>
            </a:r>
          </a:p>
        </p:txBody>
      </p:sp>
      <p:sp>
        <p:nvSpPr>
          <p:cNvPr id="255" name="Text Placeholder 254">
            <a:extLst>
              <a:ext uri="{FF2B5EF4-FFF2-40B4-BE49-F238E27FC236}">
                <a16:creationId xmlns:a16="http://schemas.microsoft.com/office/drawing/2014/main" id="{268B535F-1908-4E98-A2C6-C4AC9808F41E}"/>
              </a:ext>
            </a:extLst>
          </p:cNvPr>
          <p:cNvSpPr>
            <a:spLocks noGrp="1"/>
          </p:cNvSpPr>
          <p:nvPr>
            <p:ph type="body" sz="quarter" idx="188"/>
          </p:nvPr>
        </p:nvSpPr>
        <p:spPr>
          <a:xfrm>
            <a:off x="349488" y="13267673"/>
            <a:ext cx="13064653" cy="6232475"/>
          </a:xfrm>
        </p:spPr>
        <p:txBody>
          <a:bodyPr/>
          <a:lstStyle/>
          <a:p>
            <a:pPr marL="457200" indent="-457200">
              <a:buFont typeface="Arial" panose="020B0604020202020204" pitchFamily="34" charset="0"/>
              <a:buChar char="•"/>
            </a:pPr>
            <a:r>
              <a:rPr lang="en-US" sz="3000" b="1" dirty="0"/>
              <a:t>Georges Bank Yellowtail Flounder </a:t>
            </a:r>
            <a:r>
              <a:rPr lang="en-US" sz="3000" dirty="0"/>
              <a:t>give </a:t>
            </a:r>
            <a:r>
              <a:rPr lang="en-US" sz="3000" dirty="0" err="1"/>
              <a:t>ecov</a:t>
            </a:r>
            <a:r>
              <a:rPr lang="en-US" sz="3000" dirty="0"/>
              <a:t>, stock info, idk what else</a:t>
            </a:r>
          </a:p>
          <a:p>
            <a:pPr marL="457200" indent="-457200">
              <a:buFont typeface="Arial" panose="020B0604020202020204" pitchFamily="34" charset="0"/>
              <a:buChar char="•"/>
            </a:pPr>
            <a:endParaRPr lang="en-US" sz="3000" dirty="0"/>
          </a:p>
          <a:p>
            <a:pPr marL="457200" indent="-457200">
              <a:buFont typeface="Arial" panose="020B0604020202020204" pitchFamily="34" charset="0"/>
              <a:buChar char="•"/>
            </a:pPr>
            <a:r>
              <a:rPr lang="en-US" sz="3000" b="1" dirty="0"/>
              <a:t>Using the Wood’s Hole Assessment Model (WHAM) and the </a:t>
            </a:r>
            <a:r>
              <a:rPr lang="en-US" sz="3000" b="1" dirty="0" err="1"/>
              <a:t>whamMSE</a:t>
            </a:r>
            <a:r>
              <a:rPr lang="en-US" sz="3000" b="1" dirty="0"/>
              <a:t> package in R </a:t>
            </a:r>
            <a:r>
              <a:rPr lang="en-US" sz="3000" dirty="0"/>
              <a:t>cite!!!! </a:t>
            </a:r>
          </a:p>
          <a:p>
            <a:pPr marL="457200" indent="-457200">
              <a:buFont typeface="Arial" panose="020B0604020202020204" pitchFamily="34" charset="0"/>
              <a:buChar char="•"/>
            </a:pPr>
            <a:endParaRPr lang="en-US" sz="3000" dirty="0"/>
          </a:p>
          <a:p>
            <a:pPr marL="457200" indent="-457200">
              <a:buFont typeface="Arial" panose="020B0604020202020204" pitchFamily="34" charset="0"/>
              <a:buChar char="•"/>
            </a:pPr>
            <a:r>
              <a:rPr lang="en-US" sz="3000" dirty="0"/>
              <a:t>This work aims to </a:t>
            </a:r>
            <a:r>
              <a:rPr lang="en-US" sz="3000" b="1" dirty="0"/>
              <a:t>develop a statistical emulator of the RDM</a:t>
            </a:r>
            <a:r>
              <a:rPr lang="en-US" sz="3000" dirty="0"/>
              <a:t> to simulate how it is used to set recreational fishing regulations and inform management decisions</a:t>
            </a:r>
          </a:p>
          <a:p>
            <a:endParaRPr lang="en-US" sz="3000" dirty="0"/>
          </a:p>
          <a:p>
            <a:endParaRPr lang="en-US" sz="3000" dirty="0"/>
          </a:p>
          <a:p>
            <a:pPr marL="457200" indent="-457200">
              <a:buFont typeface="Arial" panose="020B0604020202020204" pitchFamily="34" charset="0"/>
              <a:buChar char="•"/>
            </a:pPr>
            <a:endParaRPr lang="en-US" sz="3000" dirty="0"/>
          </a:p>
        </p:txBody>
      </p:sp>
      <p:sp>
        <p:nvSpPr>
          <p:cNvPr id="256" name="Text Placeholder 255">
            <a:extLst>
              <a:ext uri="{FF2B5EF4-FFF2-40B4-BE49-F238E27FC236}">
                <a16:creationId xmlns:a16="http://schemas.microsoft.com/office/drawing/2014/main" id="{78254081-DDFB-4561-97DE-81B54EFD2EAF}"/>
              </a:ext>
            </a:extLst>
          </p:cNvPr>
          <p:cNvSpPr>
            <a:spLocks noGrp="1"/>
          </p:cNvSpPr>
          <p:nvPr>
            <p:ph type="body" sz="quarter" idx="189"/>
          </p:nvPr>
        </p:nvSpPr>
        <p:spPr>
          <a:xfrm>
            <a:off x="14487552" y="17114006"/>
            <a:ext cx="13478796" cy="830997"/>
          </a:xfrm>
        </p:spPr>
        <p:txBody>
          <a:bodyPr/>
          <a:lstStyle/>
          <a:p>
            <a:r>
              <a:rPr lang="en-US" sz="4800" dirty="0"/>
              <a:t>RESULTS – MODEL FIT AND DIAGNOSTICS </a:t>
            </a:r>
          </a:p>
        </p:txBody>
      </p:sp>
      <p:sp>
        <p:nvSpPr>
          <p:cNvPr id="258" name="Text Placeholder 257">
            <a:extLst>
              <a:ext uri="{FF2B5EF4-FFF2-40B4-BE49-F238E27FC236}">
                <a16:creationId xmlns:a16="http://schemas.microsoft.com/office/drawing/2014/main" id="{76FC5FA2-0A9D-4A86-A759-6AC9024D4CD8}"/>
              </a:ext>
            </a:extLst>
          </p:cNvPr>
          <p:cNvSpPr>
            <a:spLocks noGrp="1"/>
          </p:cNvSpPr>
          <p:nvPr>
            <p:ph type="body" sz="quarter" idx="191"/>
          </p:nvPr>
        </p:nvSpPr>
        <p:spPr>
          <a:xfrm>
            <a:off x="30519762" y="5448105"/>
            <a:ext cx="13979748" cy="1569660"/>
          </a:xfrm>
        </p:spPr>
        <p:txBody>
          <a:bodyPr/>
          <a:lstStyle/>
          <a:p>
            <a:r>
              <a:rPr lang="en-US" sz="4800" dirty="0"/>
              <a:t>Results – OUT OF SAMPLE PREDICTIVE performance and MSE RESULTS</a:t>
            </a:r>
          </a:p>
        </p:txBody>
      </p:sp>
      <p:sp>
        <p:nvSpPr>
          <p:cNvPr id="260" name="Text Placeholder 259">
            <a:extLst>
              <a:ext uri="{FF2B5EF4-FFF2-40B4-BE49-F238E27FC236}">
                <a16:creationId xmlns:a16="http://schemas.microsoft.com/office/drawing/2014/main" id="{2B9AEA34-511C-4D46-A919-4AEAF57293A1}"/>
              </a:ext>
            </a:extLst>
          </p:cNvPr>
          <p:cNvSpPr>
            <a:spLocks noGrp="1"/>
          </p:cNvSpPr>
          <p:nvPr>
            <p:ph type="body" sz="quarter" idx="193"/>
          </p:nvPr>
        </p:nvSpPr>
        <p:spPr>
          <a:xfrm>
            <a:off x="30453521" y="20159879"/>
            <a:ext cx="13437679" cy="830997"/>
          </a:xfrm>
        </p:spPr>
        <p:txBody>
          <a:bodyPr/>
          <a:lstStyle/>
          <a:p>
            <a:r>
              <a:rPr lang="en-US" sz="4800" dirty="0"/>
              <a:t>Discussion and future work </a:t>
            </a:r>
          </a:p>
        </p:txBody>
      </p:sp>
      <p:sp>
        <p:nvSpPr>
          <p:cNvPr id="261" name="Text Placeholder 260">
            <a:extLst>
              <a:ext uri="{FF2B5EF4-FFF2-40B4-BE49-F238E27FC236}">
                <a16:creationId xmlns:a16="http://schemas.microsoft.com/office/drawing/2014/main" id="{D30FC00E-DA69-4EDE-AE1F-6147F9476385}"/>
              </a:ext>
            </a:extLst>
          </p:cNvPr>
          <p:cNvSpPr>
            <a:spLocks noGrp="1"/>
          </p:cNvSpPr>
          <p:nvPr>
            <p:ph type="body" sz="quarter" idx="194"/>
          </p:nvPr>
        </p:nvSpPr>
        <p:spPr>
          <a:xfrm>
            <a:off x="30352095" y="21287635"/>
            <a:ext cx="12815577" cy="10270504"/>
          </a:xfrm>
        </p:spPr>
        <p:txBody>
          <a:bodyPr/>
          <a:lstStyle/>
          <a:p>
            <a:pPr marL="457200" indent="-457200">
              <a:buFont typeface="Arial" panose="020B0604020202020204" pitchFamily="34" charset="0"/>
              <a:buChar char="•"/>
            </a:pPr>
            <a:r>
              <a:rPr lang="en-US" sz="3000" dirty="0"/>
              <a:t>A </a:t>
            </a:r>
            <a:r>
              <a:rPr lang="en-US" sz="3000" b="1" dirty="0"/>
              <a:t>GAM</a:t>
            </a:r>
            <a:r>
              <a:rPr lang="en-US" sz="3000" dirty="0"/>
              <a:t> can be used to </a:t>
            </a:r>
            <a:r>
              <a:rPr lang="en-US" sz="3000" b="1" dirty="0"/>
              <a:t>emulate a complex bioeconomic behavioral model</a:t>
            </a:r>
            <a:r>
              <a:rPr lang="en-US" sz="3000" dirty="0"/>
              <a:t> and form rapid predictions of harvest from recreational fishing regulations</a:t>
            </a:r>
          </a:p>
          <a:p>
            <a:pPr marL="457200" indent="-457200">
              <a:buFont typeface="Arial" panose="020B0604020202020204" pitchFamily="34" charset="0"/>
              <a:buChar char="•"/>
            </a:pPr>
            <a:endParaRPr lang="en-US" sz="3000" dirty="0"/>
          </a:p>
          <a:p>
            <a:pPr marL="457200" indent="-457200">
              <a:buFont typeface="Arial" panose="020B0604020202020204" pitchFamily="34" charset="0"/>
              <a:buChar char="•"/>
            </a:pPr>
            <a:r>
              <a:rPr lang="en-US" sz="3000" dirty="0"/>
              <a:t>MSE simulations with GAM identified certain harvest control rules and regulations as being more favorable for achieving certain metrics of fishery performance </a:t>
            </a:r>
          </a:p>
          <a:p>
            <a:pPr marL="457200" indent="-457200">
              <a:buFont typeface="Arial" panose="020B0604020202020204" pitchFamily="34" charset="0"/>
              <a:buChar char="•"/>
            </a:pPr>
            <a:endParaRPr lang="en-US" sz="3000" dirty="0"/>
          </a:p>
          <a:p>
            <a:pPr marL="457200" indent="-457200">
              <a:buFont typeface="Arial" panose="020B0604020202020204" pitchFamily="34" charset="0"/>
              <a:buChar char="•"/>
            </a:pPr>
            <a:r>
              <a:rPr lang="en-US" sz="3000" b="1" dirty="0"/>
              <a:t>Future work </a:t>
            </a:r>
            <a:r>
              <a:rPr lang="en-US" sz="3000" dirty="0"/>
              <a:t>aims to solidify how stock size information is represented in model fitting and fit similar model to predict effects of regulations on recreational discards </a:t>
            </a:r>
          </a:p>
          <a:p>
            <a:endParaRPr lang="en-US" sz="3000" dirty="0"/>
          </a:p>
          <a:p>
            <a:endParaRPr lang="en-US" sz="3000" dirty="0"/>
          </a:p>
          <a:p>
            <a:endParaRPr lang="en-US" sz="1400" b="0" i="0" u="none" strike="noStrike" dirty="0">
              <a:solidFill>
                <a:srgbClr val="000000"/>
              </a:solidFill>
              <a:effectLst/>
              <a:latin typeface="Avenir Next LT Pro" panose="020B0504020202020204" pitchFamily="34" charset="77"/>
            </a:endParaRPr>
          </a:p>
          <a:p>
            <a:pPr marL="457200" indent="-457200">
              <a:buFont typeface="Arial" panose="020B0604020202020204" pitchFamily="34" charset="0"/>
              <a:buChar char="•"/>
            </a:pPr>
            <a:r>
              <a:rPr lang="en-US" sz="1400" dirty="0"/>
              <a:t>Carr‐Harris, A. (2022). Summer Flounder recreational demand model: Overview, data, and methods.</a:t>
            </a:r>
            <a:r>
              <a:rPr lang="en-US" sz="1400" b="0" i="0" u="none" strike="noStrike" dirty="0">
                <a:solidFill>
                  <a:srgbClr val="000000"/>
                </a:solidFill>
                <a:effectLst/>
                <a:latin typeface="Avenir Next LT Pro" panose="020B0504020202020204" pitchFamily="34" charset="77"/>
              </a:rPr>
              <a:t> </a:t>
            </a:r>
          </a:p>
          <a:p>
            <a:pPr marL="457200" indent="-457200">
              <a:buFont typeface="Arial" panose="020B0604020202020204" pitchFamily="34" charset="0"/>
              <a:buChar char="•"/>
            </a:pPr>
            <a:r>
              <a:rPr lang="en-US" sz="1400" b="0" i="0" u="none" strike="noStrike" dirty="0">
                <a:solidFill>
                  <a:srgbClr val="000000"/>
                </a:solidFill>
                <a:effectLst/>
                <a:latin typeface="Avenir Next LT Pro" panose="020B0504020202020204" pitchFamily="34" charset="77"/>
              </a:rPr>
              <a:t>Moore, C. M. (2022). EAFM Recreational Summer Flounder Management Strategy Evaluation. Mid-Atlantic Fishery Management Council </a:t>
            </a:r>
            <a:r>
              <a:rPr lang="en-US" sz="1400" b="0" i="0" u="none" strike="noStrike" dirty="0">
                <a:effectLst/>
                <a:latin typeface="Avenir Next LT Pro" panose="020B0504020202020204" pitchFamily="34" charset="77"/>
              </a:rPr>
              <a:t> </a:t>
            </a:r>
          </a:p>
          <a:p>
            <a:pPr marL="457200" indent="-457200">
              <a:buFont typeface="Arial" panose="020B0604020202020204" pitchFamily="34" charset="0"/>
              <a:buChar char="•"/>
            </a:pPr>
            <a:r>
              <a:rPr lang="en-US" sz="1400" b="0" i="0" u="none" strike="noStrike" dirty="0">
                <a:effectLst/>
                <a:latin typeface="Avenir Next LT Pro" panose="020B0504020202020204" pitchFamily="34" charset="77"/>
              </a:rPr>
              <a:t>Muffley, B., Gaichas, S., DePiper, G., Seagraves, R., &amp; Lucey, S. (2021). There is no I in EAFM adapting integrated ecosystem assessment for mid-</a:t>
            </a:r>
            <a:r>
              <a:rPr lang="en-US" sz="1400" b="0" i="0" u="none" strike="noStrike" dirty="0" err="1">
                <a:effectLst/>
                <a:latin typeface="Avenir Next LT Pro" panose="020B0504020202020204" pitchFamily="34" charset="77"/>
              </a:rPr>
              <a:t>atlantic</a:t>
            </a:r>
            <a:r>
              <a:rPr lang="en-US" sz="1400" b="0" i="0" u="none" strike="noStrike" dirty="0">
                <a:effectLst/>
                <a:latin typeface="Avenir Next LT Pro" panose="020B0504020202020204" pitchFamily="34" charset="77"/>
              </a:rPr>
              <a:t> fisheries management. </a:t>
            </a:r>
            <a:r>
              <a:rPr lang="en-US" sz="1400" b="0" i="1" u="none" strike="noStrike" dirty="0">
                <a:effectLst/>
                <a:latin typeface="Avenir Next LT Pro" panose="020B0504020202020204" pitchFamily="34" charset="77"/>
              </a:rPr>
              <a:t>Coastal management</a:t>
            </a:r>
            <a:r>
              <a:rPr lang="en-US" sz="1400" b="0" i="0" u="none" strike="noStrike" dirty="0">
                <a:effectLst/>
                <a:latin typeface="Avenir Next LT Pro" panose="020B0504020202020204" pitchFamily="34" charset="77"/>
              </a:rPr>
              <a:t>, </a:t>
            </a:r>
            <a:r>
              <a:rPr lang="en-US" sz="1400" b="0" i="1" u="none" strike="noStrike" dirty="0">
                <a:effectLst/>
                <a:latin typeface="Avenir Next LT Pro" panose="020B0504020202020204" pitchFamily="34" charset="77"/>
              </a:rPr>
              <a:t>49</a:t>
            </a:r>
            <a:r>
              <a:rPr lang="en-US" sz="1400" b="0" i="0" u="none" strike="noStrike" dirty="0">
                <a:effectLst/>
                <a:latin typeface="Avenir Next LT Pro" panose="020B0504020202020204" pitchFamily="34" charset="77"/>
              </a:rPr>
              <a:t>(1), 90-106.</a:t>
            </a:r>
          </a:p>
          <a:p>
            <a:pPr marL="457200" indent="-457200">
              <a:buFont typeface="Arial" panose="020B0604020202020204" pitchFamily="34" charset="0"/>
              <a:buChar char="•"/>
            </a:pPr>
            <a:r>
              <a:rPr lang="en-US" sz="1400" dirty="0"/>
              <a:t>Pedersen, E. J., Miller, D. L., Simpson, G. L., &amp; Ross, N. (2019). Hierarchical generalized additive models in ecology: an introduction with mgcv. </a:t>
            </a:r>
            <a:r>
              <a:rPr lang="en-US" sz="1400" i="1" dirty="0"/>
              <a:t>PeerJ</a:t>
            </a:r>
            <a:r>
              <a:rPr lang="en-US" sz="1400" dirty="0"/>
              <a:t>, </a:t>
            </a:r>
            <a:r>
              <a:rPr lang="en-US" sz="1400" i="1" dirty="0"/>
              <a:t>7</a:t>
            </a:r>
            <a:r>
              <a:rPr lang="en-US" sz="1400" dirty="0"/>
              <a:t>, e6876.</a:t>
            </a:r>
            <a:endParaRPr lang="en-US" sz="1400" b="0" i="0" u="none" strike="noStrike" dirty="0">
              <a:effectLst/>
              <a:latin typeface="Avenir Next LT Pro" panose="020B0504020202020204" pitchFamily="34" charset="77"/>
            </a:endParaRPr>
          </a:p>
          <a:p>
            <a:pPr marL="457200" indent="-457200">
              <a:buFont typeface="Arial" panose="020B0604020202020204" pitchFamily="34" charset="0"/>
              <a:buChar char="•"/>
            </a:pPr>
            <a:r>
              <a:rPr lang="en-US" sz="1400" b="0" i="0" u="none" strike="noStrike" dirty="0">
                <a:effectLst/>
                <a:latin typeface="Avenir Next LT Pro" panose="020B0504020202020204" pitchFamily="34" charset="77"/>
              </a:rPr>
              <a:t>Punt, A. E., Butterworth, D. S., de Moor, C. L., De Oliveira, J. A., &amp; Haddon, M. (2016). Management strategy evaluation: best practices. </a:t>
            </a:r>
            <a:r>
              <a:rPr lang="en-US" sz="1400" b="0" i="1" u="none" strike="noStrike" dirty="0">
                <a:effectLst/>
                <a:latin typeface="Avenir Next LT Pro" panose="020B0504020202020204" pitchFamily="34" charset="77"/>
              </a:rPr>
              <a:t>Fish and fisheries</a:t>
            </a:r>
            <a:r>
              <a:rPr lang="en-US" sz="1400" b="0" i="0" u="none" strike="noStrike" dirty="0">
                <a:effectLst/>
                <a:latin typeface="Avenir Next LT Pro" panose="020B0504020202020204" pitchFamily="34" charset="77"/>
              </a:rPr>
              <a:t>, </a:t>
            </a:r>
            <a:r>
              <a:rPr lang="en-US" sz="1400" b="0" i="1" u="none" strike="noStrike" dirty="0">
                <a:effectLst/>
                <a:latin typeface="Avenir Next LT Pro" panose="020B0504020202020204" pitchFamily="34" charset="77"/>
              </a:rPr>
              <a:t>17</a:t>
            </a:r>
            <a:r>
              <a:rPr lang="en-US" sz="1400" b="0" i="0" u="none" strike="noStrike" dirty="0">
                <a:effectLst/>
                <a:latin typeface="Avenir Next LT Pro" panose="020B0504020202020204" pitchFamily="34" charset="77"/>
              </a:rPr>
              <a:t>(2), 303-334.</a:t>
            </a:r>
            <a:endParaRPr lang="en-US" sz="1400" dirty="0">
              <a:latin typeface="Avenir Next LT Pro" panose="020B0504020202020204" pitchFamily="34" charset="77"/>
            </a:endParaRPr>
          </a:p>
          <a:p>
            <a:pPr marL="457200" indent="-457200">
              <a:buFont typeface="Arial" panose="020B0604020202020204" pitchFamily="34" charset="0"/>
              <a:buChar char="•"/>
            </a:pPr>
            <a:endParaRPr lang="en-US" sz="3400" dirty="0"/>
          </a:p>
          <a:p>
            <a:pPr marL="457200" indent="-457200">
              <a:buFont typeface="Arial" panose="020B0604020202020204" pitchFamily="34" charset="0"/>
              <a:buChar char="•"/>
            </a:pPr>
            <a:endParaRPr lang="en-US" sz="3400" dirty="0"/>
          </a:p>
        </p:txBody>
      </p:sp>
      <p:sp>
        <p:nvSpPr>
          <p:cNvPr id="252" name="Text Placeholder 251">
            <a:extLst>
              <a:ext uri="{FF2B5EF4-FFF2-40B4-BE49-F238E27FC236}">
                <a16:creationId xmlns:a16="http://schemas.microsoft.com/office/drawing/2014/main" id="{9A21323A-35E4-48E4-8148-B81DCD10C3A8}"/>
              </a:ext>
            </a:extLst>
          </p:cNvPr>
          <p:cNvSpPr>
            <a:spLocks noGrp="1"/>
          </p:cNvSpPr>
          <p:nvPr>
            <p:ph type="body" sz="quarter" idx="183"/>
          </p:nvPr>
        </p:nvSpPr>
        <p:spPr>
          <a:xfrm>
            <a:off x="1011105" y="493858"/>
            <a:ext cx="34297711" cy="2317750"/>
          </a:xfrm>
        </p:spPr>
        <p:txBody>
          <a:bodyPr>
            <a:normAutofit lnSpcReduction="10000"/>
          </a:bodyPr>
          <a:lstStyle/>
          <a:p>
            <a:r>
              <a:rPr lang="en-US" dirty="0"/>
              <a:t>APPLYING EFFECTIVE ENVIRONMENTAL FORECASTS TO MANAGEMENT STRATEGY EVALUATION OF YELLOWTAIL FLOUNDER</a:t>
            </a:r>
          </a:p>
        </p:txBody>
      </p:sp>
      <p:sp>
        <p:nvSpPr>
          <p:cNvPr id="253" name="Text Placeholder 252">
            <a:extLst>
              <a:ext uri="{FF2B5EF4-FFF2-40B4-BE49-F238E27FC236}">
                <a16:creationId xmlns:a16="http://schemas.microsoft.com/office/drawing/2014/main" id="{0437AAE5-35BE-4F13-8C85-9225E027280F}"/>
              </a:ext>
            </a:extLst>
          </p:cNvPr>
          <p:cNvSpPr>
            <a:spLocks noGrp="1"/>
          </p:cNvSpPr>
          <p:nvPr>
            <p:ph type="body" sz="quarter" idx="184"/>
          </p:nvPr>
        </p:nvSpPr>
        <p:spPr>
          <a:xfrm>
            <a:off x="957488" y="2894734"/>
            <a:ext cx="32798701" cy="1937838"/>
          </a:xfrm>
        </p:spPr>
        <p:txBody>
          <a:bodyPr>
            <a:normAutofit/>
          </a:bodyPr>
          <a:lstStyle/>
          <a:p>
            <a:r>
              <a:rPr lang="en-US" sz="5800" dirty="0"/>
              <a:t>Sophie Wulfing</a:t>
            </a:r>
            <a:r>
              <a:rPr lang="en-US" sz="5800" baseline="30000" dirty="0"/>
              <a:t>1</a:t>
            </a:r>
            <a:r>
              <a:rPr lang="en-US" sz="5800" dirty="0"/>
              <a:t>, Gavin Fay,</a:t>
            </a:r>
            <a:r>
              <a:rPr lang="en-US" sz="5800" baseline="30000" dirty="0"/>
              <a:t>1</a:t>
            </a:r>
            <a:r>
              <a:rPr lang="en-US" sz="5800" dirty="0"/>
              <a:t> Scott I. Large</a:t>
            </a:r>
            <a:r>
              <a:rPr lang="en-US" sz="5800" baseline="30000" dirty="0"/>
              <a:t>2</a:t>
            </a:r>
            <a:r>
              <a:rPr lang="en-US" sz="5800" dirty="0"/>
              <a:t>, Vincent Saba</a:t>
            </a:r>
            <a:r>
              <a:rPr lang="en-US" sz="5800" baseline="30000" dirty="0"/>
              <a:t>2</a:t>
            </a:r>
            <a:endParaRPr lang="en-US" baseline="30000" dirty="0"/>
          </a:p>
          <a:p>
            <a:r>
              <a:rPr lang="en-US" sz="3600" baseline="30000" dirty="0"/>
              <a:t>1</a:t>
            </a:r>
            <a:r>
              <a:rPr lang="en-US" sz="3600" dirty="0"/>
              <a:t>School for Marine Science and Technology, University of Massachusetts Dartmouth, </a:t>
            </a:r>
            <a:r>
              <a:rPr lang="en-US" sz="3600" baseline="30000" dirty="0"/>
              <a:t>2</a:t>
            </a:r>
            <a:r>
              <a:rPr lang="en-US" sz="3600" dirty="0"/>
              <a:t>NOAA Northeast Fisheries Science Center</a:t>
            </a:r>
          </a:p>
        </p:txBody>
      </p:sp>
      <p:sp>
        <p:nvSpPr>
          <p:cNvPr id="29" name="Text Placeholder 259">
            <a:extLst>
              <a:ext uri="{FF2B5EF4-FFF2-40B4-BE49-F238E27FC236}">
                <a16:creationId xmlns:a16="http://schemas.microsoft.com/office/drawing/2014/main" id="{ABD1EDC9-ADF5-CEA3-E800-E479542968F1}"/>
              </a:ext>
            </a:extLst>
          </p:cNvPr>
          <p:cNvSpPr txBox="1">
            <a:spLocks/>
          </p:cNvSpPr>
          <p:nvPr/>
        </p:nvSpPr>
        <p:spPr>
          <a:xfrm>
            <a:off x="30519762" y="26951825"/>
            <a:ext cx="13437679" cy="1717393"/>
          </a:xfrm>
          <a:prstGeom prst="rect">
            <a:avLst/>
          </a:prstGeom>
          <a:noFill/>
        </p:spPr>
        <p:txBody>
          <a:bodyPr wrap="square" lIns="91421" tIns="45720" rIns="91421" bIns="45720" anchor="ctr" anchorCtr="0">
            <a:spAutoFit/>
          </a:bodyPr>
          <a:lstStyle>
            <a:lvl1pPr marL="0" indent="0" algn="l" defTabSz="4388166" rtl="0" eaLnBrk="1" latinLnBrk="0" hangingPunct="1">
              <a:spcBef>
                <a:spcPct val="20000"/>
              </a:spcBef>
              <a:buFont typeface="Arial" pitchFamily="34" charset="0"/>
              <a:buNone/>
              <a:defRPr sz="3600" b="0" u="none" kern="1200" cap="all" baseline="0">
                <a:solidFill>
                  <a:srgbClr val="004A8D"/>
                </a:solidFill>
                <a:latin typeface="Franklin Gothic Medium" panose="020B0603020102020204" pitchFamily="34" charset="0"/>
                <a:ea typeface="+mn-ea"/>
                <a:cs typeface="+mn-cs"/>
              </a:defRPr>
            </a:lvl1pPr>
            <a:lvl2pPr marL="3565385" indent="-1371302" algn="l" defTabSz="4388166"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5208" indent="-1097042" algn="l" defTabSz="4388166"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79292"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337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7458"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1540"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562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49706"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sz="4800" dirty="0"/>
              <a:t>References</a:t>
            </a:r>
          </a:p>
          <a:p>
            <a:endParaRPr lang="en-US" sz="4800" dirty="0"/>
          </a:p>
        </p:txBody>
      </p:sp>
      <p:sp>
        <p:nvSpPr>
          <p:cNvPr id="14" name="Text Placeholder 13">
            <a:extLst>
              <a:ext uri="{FF2B5EF4-FFF2-40B4-BE49-F238E27FC236}">
                <a16:creationId xmlns:a16="http://schemas.microsoft.com/office/drawing/2014/main" id="{495155DF-913C-FF1B-75EE-3613C6CE12B8}"/>
              </a:ext>
            </a:extLst>
          </p:cNvPr>
          <p:cNvSpPr>
            <a:spLocks noGrp="1"/>
          </p:cNvSpPr>
          <p:nvPr>
            <p:ph type="body" sz="quarter" idx="192"/>
          </p:nvPr>
        </p:nvSpPr>
        <p:spPr>
          <a:xfrm>
            <a:off x="30152502" y="7110261"/>
            <a:ext cx="8155396" cy="3462486"/>
          </a:xfrm>
        </p:spPr>
        <p:txBody>
          <a:bodyPr/>
          <a:lstStyle/>
          <a:p>
            <a:pPr marL="457200" indent="-457200">
              <a:buFont typeface="Arial" panose="020B0604020202020204" pitchFamily="34" charset="0"/>
              <a:buChar char="•"/>
            </a:pPr>
            <a:r>
              <a:rPr lang="en-US" sz="3000" dirty="0"/>
              <a:t>GAM formed adequate out-of-sample predictions of realized harvest in MSE</a:t>
            </a:r>
          </a:p>
          <a:p>
            <a:pPr marL="457200" indent="-457200">
              <a:buFont typeface="Arial" panose="020B0604020202020204" pitchFamily="34" charset="0"/>
              <a:buChar char="•"/>
            </a:pPr>
            <a:endParaRPr lang="en-US" sz="3000" dirty="0"/>
          </a:p>
          <a:p>
            <a:pPr marL="457200" indent="-457200">
              <a:buFont typeface="Arial" panose="020B0604020202020204" pitchFamily="34" charset="0"/>
              <a:buChar char="•"/>
            </a:pPr>
            <a:r>
              <a:rPr lang="en-US" sz="3000" dirty="0"/>
              <a:t>Was used in MSE simulations to evaluate tradeoffs between different harvest control rules and recreational fishing regulations </a:t>
            </a:r>
          </a:p>
        </p:txBody>
      </p:sp>
      <p:pic>
        <p:nvPicPr>
          <p:cNvPr id="49" name="Picture 48" descr="A graph showing a blue line&#10;&#10;AI-generated content may be incorrect.">
            <a:extLst>
              <a:ext uri="{FF2B5EF4-FFF2-40B4-BE49-F238E27FC236}">
                <a16:creationId xmlns:a16="http://schemas.microsoft.com/office/drawing/2014/main" id="{C6EC0F3F-3900-C56D-600B-EA971264509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773449" y="14177446"/>
            <a:ext cx="8889916" cy="5852280"/>
          </a:xfrm>
          <a:prstGeom prst="rect">
            <a:avLst/>
          </a:prstGeom>
        </p:spPr>
      </p:pic>
      <p:pic>
        <p:nvPicPr>
          <p:cNvPr id="51" name="Picture 50" descr="A graph showing a plot of a harvest&#10;&#10;AI-generated content may be incorrect.">
            <a:extLst>
              <a:ext uri="{FF2B5EF4-FFF2-40B4-BE49-F238E27FC236}">
                <a16:creationId xmlns:a16="http://schemas.microsoft.com/office/drawing/2014/main" id="{92CBE2DF-41EE-575B-1C10-F8696B20023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777203" y="24469904"/>
            <a:ext cx="8237596" cy="6757314"/>
          </a:xfrm>
          <a:prstGeom prst="rect">
            <a:avLst/>
          </a:prstGeom>
        </p:spPr>
      </p:pic>
      <p:pic>
        <p:nvPicPr>
          <p:cNvPr id="1031" name="Picture 1030" descr="A graph with a line drawn on it&#10;&#10;AI-generated content may be incorrect.">
            <a:extLst>
              <a:ext uri="{FF2B5EF4-FFF2-40B4-BE49-F238E27FC236}">
                <a16:creationId xmlns:a16="http://schemas.microsoft.com/office/drawing/2014/main" id="{36C19A96-80C4-EC60-6F96-666307B8F74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447423" y="18321832"/>
            <a:ext cx="7659930" cy="5931606"/>
          </a:xfrm>
          <a:prstGeom prst="rect">
            <a:avLst/>
          </a:prstGeom>
        </p:spPr>
      </p:pic>
      <p:pic>
        <p:nvPicPr>
          <p:cNvPr id="1041" name="Picture 1040" descr="A graph of a graph of residuals&#10;&#10;AI-generated content may be incorrect.">
            <a:extLst>
              <a:ext uri="{FF2B5EF4-FFF2-40B4-BE49-F238E27FC236}">
                <a16:creationId xmlns:a16="http://schemas.microsoft.com/office/drawing/2014/main" id="{79CC665F-58FE-898F-B055-602396E0A4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486725" y="18468734"/>
            <a:ext cx="7740225" cy="5887595"/>
          </a:xfrm>
          <a:prstGeom prst="rect">
            <a:avLst/>
          </a:prstGeom>
        </p:spPr>
      </p:pic>
      <p:pic>
        <p:nvPicPr>
          <p:cNvPr id="1055" name="Picture 1054" descr="A collage of graphs&#10;&#10;AI-generated content may be incorrect.">
            <a:extLst>
              <a:ext uri="{FF2B5EF4-FFF2-40B4-BE49-F238E27FC236}">
                <a16:creationId xmlns:a16="http://schemas.microsoft.com/office/drawing/2014/main" id="{F70CDF71-D2EF-9927-A316-56F4359D8B2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4304481" y="24701171"/>
            <a:ext cx="6939040" cy="6433361"/>
          </a:xfrm>
          <a:prstGeom prst="rect">
            <a:avLst/>
          </a:prstGeom>
        </p:spPr>
      </p:pic>
      <p:pic>
        <p:nvPicPr>
          <p:cNvPr id="1057" name="Picture 1056" descr="A hexagon with lines and dots&#10;&#10;AI-generated content may be incorrect.">
            <a:extLst>
              <a:ext uri="{FF2B5EF4-FFF2-40B4-BE49-F238E27FC236}">
                <a16:creationId xmlns:a16="http://schemas.microsoft.com/office/drawing/2014/main" id="{C4ABD4AE-0C3A-D5F5-26D6-E45B26C74D8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8722278" y="7739537"/>
            <a:ext cx="5060950" cy="4528728"/>
          </a:xfrm>
          <a:prstGeom prst="rect">
            <a:avLst/>
          </a:prstGeom>
        </p:spPr>
      </p:pic>
      <p:pic>
        <p:nvPicPr>
          <p:cNvPr id="1059" name="Picture 1058" descr="A hexagon with lines and dots&#10;&#10;AI-generated content may be incorrect.">
            <a:extLst>
              <a:ext uri="{FF2B5EF4-FFF2-40B4-BE49-F238E27FC236}">
                <a16:creationId xmlns:a16="http://schemas.microsoft.com/office/drawing/2014/main" id="{327D4329-76FA-2590-CA27-4A1B3183E06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8755517" y="14323264"/>
            <a:ext cx="4994473" cy="4575682"/>
          </a:xfrm>
          <a:prstGeom prst="rect">
            <a:avLst/>
          </a:prstGeom>
        </p:spPr>
      </p:pic>
      <p:sp>
        <p:nvSpPr>
          <p:cNvPr id="1060" name="Text Placeholder 256">
            <a:extLst>
              <a:ext uri="{FF2B5EF4-FFF2-40B4-BE49-F238E27FC236}">
                <a16:creationId xmlns:a16="http://schemas.microsoft.com/office/drawing/2014/main" id="{70220A0C-FBF2-0D82-76E4-60A26702482C}"/>
              </a:ext>
            </a:extLst>
          </p:cNvPr>
          <p:cNvSpPr txBox="1">
            <a:spLocks/>
          </p:cNvSpPr>
          <p:nvPr/>
        </p:nvSpPr>
        <p:spPr>
          <a:xfrm>
            <a:off x="39748568" y="7221293"/>
            <a:ext cx="3233346" cy="353943"/>
          </a:xfrm>
          <a:prstGeom prst="rect">
            <a:avLst/>
          </a:prstGeom>
          <a:solidFill>
            <a:schemeClr val="accent1">
              <a:lumMod val="40000"/>
              <a:lumOff val="60000"/>
            </a:schemeClr>
          </a:solidFill>
          <a:ln w="19050">
            <a:solidFill>
              <a:schemeClr val="accent1">
                <a:shade val="15000"/>
              </a:schemeClr>
            </a:solidFill>
          </a:ln>
        </p:spPr>
        <p:txBody>
          <a:bodyPr wrap="square" lIns="91440" tIns="45720" rIns="91440" bIns="0">
            <a:spAutoFit/>
          </a:bodyPr>
          <a:lstStyle>
            <a:lvl1pPr marL="0" indent="0" algn="l" defTabSz="4388166" rtl="0" eaLnBrk="1" latinLnBrk="0" hangingPunct="1">
              <a:spcBef>
                <a:spcPct val="20000"/>
              </a:spcBef>
              <a:buFontTx/>
              <a:buNone/>
              <a:defRPr sz="2800" b="0" kern="1200" spc="198" baseline="0">
                <a:solidFill>
                  <a:schemeClr val="tx1"/>
                </a:solidFill>
                <a:latin typeface="Avenir Next LT Pro" panose="020B0504020202020204" pitchFamily="34" charset="0"/>
                <a:ea typeface="+mn-ea"/>
                <a:cs typeface="Arial" panose="020B0604020202020204" pitchFamily="34" charset="0"/>
              </a:defRPr>
            </a:lvl1pPr>
            <a:lvl2pPr marL="667227" indent="-248603"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2pPr>
            <a:lvl3pPr marL="1132999" indent="-201454"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3pPr>
            <a:lvl4pPr marL="1754505" indent="-311468"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4pPr>
            <a:lvl5pPr marL="2313147" indent="-285750"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5pPr>
            <a:lvl6pPr marL="12067458"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1540"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562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49706"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sz="2000" dirty="0"/>
              <a:t>Harvest Control Rules</a:t>
            </a:r>
          </a:p>
        </p:txBody>
      </p:sp>
      <p:sp>
        <p:nvSpPr>
          <p:cNvPr id="1061" name="Text Placeholder 256">
            <a:extLst>
              <a:ext uri="{FF2B5EF4-FFF2-40B4-BE49-F238E27FC236}">
                <a16:creationId xmlns:a16="http://schemas.microsoft.com/office/drawing/2014/main" id="{9B779A0E-211C-0C22-AF9D-5E9F34279911}"/>
              </a:ext>
            </a:extLst>
          </p:cNvPr>
          <p:cNvSpPr txBox="1">
            <a:spLocks/>
          </p:cNvSpPr>
          <p:nvPr/>
        </p:nvSpPr>
        <p:spPr>
          <a:xfrm>
            <a:off x="39748568" y="13727521"/>
            <a:ext cx="2965179" cy="353943"/>
          </a:xfrm>
          <a:prstGeom prst="rect">
            <a:avLst/>
          </a:prstGeom>
          <a:solidFill>
            <a:schemeClr val="accent1">
              <a:lumMod val="40000"/>
              <a:lumOff val="60000"/>
            </a:schemeClr>
          </a:solidFill>
          <a:ln w="19050">
            <a:solidFill>
              <a:schemeClr val="accent1">
                <a:shade val="15000"/>
              </a:schemeClr>
            </a:solidFill>
          </a:ln>
        </p:spPr>
        <p:txBody>
          <a:bodyPr wrap="square" lIns="91440" tIns="45720" rIns="91440" bIns="0">
            <a:spAutoFit/>
          </a:bodyPr>
          <a:lstStyle>
            <a:lvl1pPr marL="0" indent="0" algn="l" defTabSz="4388166" rtl="0" eaLnBrk="1" latinLnBrk="0" hangingPunct="1">
              <a:spcBef>
                <a:spcPct val="20000"/>
              </a:spcBef>
              <a:buFontTx/>
              <a:buNone/>
              <a:defRPr sz="2800" b="0" kern="1200" spc="198" baseline="0">
                <a:solidFill>
                  <a:schemeClr val="tx1"/>
                </a:solidFill>
                <a:latin typeface="Avenir Next LT Pro" panose="020B0504020202020204" pitchFamily="34" charset="0"/>
                <a:ea typeface="+mn-ea"/>
                <a:cs typeface="Arial" panose="020B0604020202020204" pitchFamily="34" charset="0"/>
              </a:defRPr>
            </a:lvl1pPr>
            <a:lvl2pPr marL="667227" indent="-248603"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2pPr>
            <a:lvl3pPr marL="1132999" indent="-201454"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3pPr>
            <a:lvl4pPr marL="1754505" indent="-311468"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4pPr>
            <a:lvl5pPr marL="2313147" indent="-285750"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5pPr>
            <a:lvl6pPr marL="12067458"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1540"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562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49706"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sz="2000" dirty="0"/>
              <a:t>Fishing Regulations</a:t>
            </a:r>
          </a:p>
        </p:txBody>
      </p:sp>
      <p:pic>
        <p:nvPicPr>
          <p:cNvPr id="1064" name="Picture 1063">
            <a:extLst>
              <a:ext uri="{FF2B5EF4-FFF2-40B4-BE49-F238E27FC236}">
                <a16:creationId xmlns:a16="http://schemas.microsoft.com/office/drawing/2014/main" id="{516709FF-DCD4-E1F0-8D6B-D749000A788B}"/>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4357906" y="24387711"/>
            <a:ext cx="2998931" cy="333215"/>
          </a:xfrm>
          <a:prstGeom prst="rect">
            <a:avLst/>
          </a:prstGeom>
        </p:spPr>
      </p:pic>
      <p:pic>
        <p:nvPicPr>
          <p:cNvPr id="1065" name="Picture 1064" descr="Black text on a white background&#10;&#10;AI-generated content may be incorrect.">
            <a:extLst>
              <a:ext uri="{FF2B5EF4-FFF2-40B4-BE49-F238E27FC236}">
                <a16:creationId xmlns:a16="http://schemas.microsoft.com/office/drawing/2014/main" id="{E0CD6195-EF3B-FBE0-2D7E-74702EFA1C4C}"/>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40170100" y="12171961"/>
            <a:ext cx="2660043" cy="1228824"/>
          </a:xfrm>
          <a:prstGeom prst="rect">
            <a:avLst/>
          </a:prstGeom>
        </p:spPr>
      </p:pic>
      <p:sp>
        <p:nvSpPr>
          <p:cNvPr id="1067" name="Text Placeholder 13">
            <a:extLst>
              <a:ext uri="{FF2B5EF4-FFF2-40B4-BE49-F238E27FC236}">
                <a16:creationId xmlns:a16="http://schemas.microsoft.com/office/drawing/2014/main" id="{36CAF7AA-1B01-CBBB-ABFF-48946D310363}"/>
              </a:ext>
            </a:extLst>
          </p:cNvPr>
          <p:cNvSpPr txBox="1">
            <a:spLocks/>
          </p:cNvSpPr>
          <p:nvPr/>
        </p:nvSpPr>
        <p:spPr>
          <a:xfrm>
            <a:off x="14487552" y="6640891"/>
            <a:ext cx="14224280" cy="5678478"/>
          </a:xfrm>
          <a:prstGeom prst="rect">
            <a:avLst/>
          </a:prstGeom>
        </p:spPr>
        <p:txBody>
          <a:bodyPr wrap="square" lIns="91440" tIns="45720" rIns="91440" bIns="0">
            <a:spAutoFit/>
          </a:bodyPr>
          <a:lstStyle>
            <a:lvl1pPr marL="0" indent="0" algn="l" defTabSz="4388166" rtl="0" eaLnBrk="1" latinLnBrk="0" hangingPunct="1">
              <a:spcBef>
                <a:spcPct val="20000"/>
              </a:spcBef>
              <a:buFontTx/>
              <a:buNone/>
              <a:defRPr sz="2800" b="0" kern="1200" spc="198" baseline="0">
                <a:solidFill>
                  <a:schemeClr val="tx1"/>
                </a:solidFill>
                <a:latin typeface="Avenir Next LT Pro" panose="020B0504020202020204" pitchFamily="34" charset="0"/>
                <a:ea typeface="+mn-ea"/>
                <a:cs typeface="Arial" panose="020B0604020202020204" pitchFamily="34" charset="0"/>
              </a:defRPr>
            </a:lvl1pPr>
            <a:lvl2pPr marL="667227" indent="-248603"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2pPr>
            <a:lvl3pPr marL="1132999" indent="-201454"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3pPr>
            <a:lvl4pPr marL="1754505" indent="-311468"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4pPr>
            <a:lvl5pPr marL="2313147" indent="-285750"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5pPr>
            <a:lvl6pPr marL="12067458"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1540"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562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49706"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457200" indent="-457200">
              <a:buFont typeface="Arial" panose="020B0604020202020204" pitchFamily="34" charset="0"/>
              <a:buChar char="•"/>
            </a:pPr>
            <a:r>
              <a:rPr lang="en-US" sz="3000" b="1" dirty="0"/>
              <a:t>Hierarchical Generalized Additive Model (GAM) </a:t>
            </a:r>
            <a:r>
              <a:rPr lang="en-US" sz="3000" dirty="0"/>
              <a:t>fit to Recreational Demand Model predictions of harvest (Pederson et al. 2019) </a:t>
            </a:r>
          </a:p>
          <a:p>
            <a:pPr marL="457200" indent="-457200">
              <a:buFont typeface="Arial" panose="020B0604020202020204" pitchFamily="34" charset="0"/>
              <a:buChar char="•"/>
            </a:pPr>
            <a:endParaRPr lang="en-US" sz="3000" dirty="0"/>
          </a:p>
          <a:p>
            <a:pPr marL="457200" indent="-457200">
              <a:buFont typeface="Arial" panose="020B0604020202020204" pitchFamily="34" charset="0"/>
              <a:buChar char="•"/>
            </a:pPr>
            <a:r>
              <a:rPr lang="en-US" sz="3000" b="1" dirty="0"/>
              <a:t>Recreational fishing regulations </a:t>
            </a:r>
            <a:r>
              <a:rPr lang="en-US" sz="3000" dirty="0"/>
              <a:t>(Bag Limit, Minimum Size Limit, and Season Length), </a:t>
            </a:r>
            <a:r>
              <a:rPr lang="en-US" sz="3000" b="1" dirty="0"/>
              <a:t>state</a:t>
            </a:r>
            <a:r>
              <a:rPr lang="en-US" sz="3000" dirty="0"/>
              <a:t>, and </a:t>
            </a:r>
            <a:r>
              <a:rPr lang="en-US" sz="3000" b="1" dirty="0"/>
              <a:t>Spawning Stock Biomass </a:t>
            </a:r>
            <a:r>
              <a:rPr lang="en-US" sz="3000" dirty="0"/>
              <a:t>(SSB) included as covariates   </a:t>
            </a:r>
          </a:p>
          <a:p>
            <a:pPr marL="457200" indent="-457200">
              <a:buFont typeface="Arial" panose="020B0604020202020204" pitchFamily="34" charset="0"/>
              <a:buChar char="•"/>
            </a:pPr>
            <a:endParaRPr lang="en-US" sz="3000" dirty="0"/>
          </a:p>
          <a:p>
            <a:pPr marL="457200" indent="-457200">
              <a:buFont typeface="Arial" panose="020B0604020202020204" pitchFamily="34" charset="0"/>
              <a:buChar char="•"/>
            </a:pPr>
            <a:r>
              <a:rPr lang="en-US" sz="3000" dirty="0"/>
              <a:t>Partial effects of each fishing regulation and SSB factored by state with group-level smoothers   </a:t>
            </a:r>
          </a:p>
          <a:p>
            <a:pPr marL="457200" indent="-457200">
              <a:buFont typeface="Arial" panose="020B0604020202020204" pitchFamily="34" charset="0"/>
              <a:buChar char="•"/>
            </a:pPr>
            <a:endParaRPr lang="en-US" sz="3000" dirty="0"/>
          </a:p>
          <a:p>
            <a:pPr marL="457200" indent="-457200">
              <a:buFont typeface="Arial" panose="020B0604020202020204" pitchFamily="34" charset="0"/>
              <a:buChar char="•"/>
            </a:pPr>
            <a:r>
              <a:rPr lang="en-US" sz="3000" dirty="0"/>
              <a:t>Residuals, goodness of fit, and out-of-sample predictions inspected</a:t>
            </a:r>
          </a:p>
        </p:txBody>
      </p:sp>
      <p:graphicFrame>
        <p:nvGraphicFramePr>
          <p:cNvPr id="1077" name="Table 1076">
            <a:extLst>
              <a:ext uri="{FF2B5EF4-FFF2-40B4-BE49-F238E27FC236}">
                <a16:creationId xmlns:a16="http://schemas.microsoft.com/office/drawing/2014/main" id="{9B5184DB-E421-CC7C-D753-4864426B68EA}"/>
              </a:ext>
            </a:extLst>
          </p:cNvPr>
          <p:cNvGraphicFramePr>
            <a:graphicFrameLocks noGrp="1"/>
          </p:cNvGraphicFramePr>
          <p:nvPr>
            <p:extLst>
              <p:ext uri="{D42A27DB-BD31-4B8C-83A1-F6EECF244321}">
                <p14:modId xmlns:p14="http://schemas.microsoft.com/office/powerpoint/2010/main" val="2345522376"/>
              </p:ext>
            </p:extLst>
          </p:nvPr>
        </p:nvGraphicFramePr>
        <p:xfrm>
          <a:off x="30152502" y="10867207"/>
          <a:ext cx="8155396" cy="3022600"/>
        </p:xfrm>
        <a:graphic>
          <a:graphicData uri="http://schemas.openxmlformats.org/drawingml/2006/table">
            <a:tbl>
              <a:tblPr>
                <a:tableStyleId>{3C2FFA5D-87B4-456A-9821-1D502468CF0F}</a:tableStyleId>
              </a:tblPr>
              <a:tblGrid>
                <a:gridCol w="6198648">
                  <a:extLst>
                    <a:ext uri="{9D8B030D-6E8A-4147-A177-3AD203B41FA5}">
                      <a16:colId xmlns:a16="http://schemas.microsoft.com/office/drawing/2014/main" val="3390691174"/>
                    </a:ext>
                  </a:extLst>
                </a:gridCol>
                <a:gridCol w="1956748">
                  <a:extLst>
                    <a:ext uri="{9D8B030D-6E8A-4147-A177-3AD203B41FA5}">
                      <a16:colId xmlns:a16="http://schemas.microsoft.com/office/drawing/2014/main" val="3199896960"/>
                    </a:ext>
                  </a:extLst>
                </a:gridCol>
              </a:tblGrid>
              <a:tr h="382087">
                <a:tc>
                  <a:txBody>
                    <a:bodyPr/>
                    <a:lstStyle/>
                    <a:p>
                      <a:pPr rtl="0" fontAlgn="t">
                        <a:buNone/>
                      </a:pPr>
                      <a:r>
                        <a:rPr lang="en-US" sz="2000" b="1" u="none" strike="noStrike" dirty="0">
                          <a:solidFill>
                            <a:srgbClr val="000000"/>
                          </a:solidFill>
                          <a:effectLst/>
                        </a:rPr>
                        <a:t>Fishery Performance Metric </a:t>
                      </a:r>
                      <a:endParaRPr lang="en-US" sz="2000" dirty="0">
                        <a:effectLst/>
                        <a:latin typeface="Avenir Next LT Pro" panose="020B0504020202020204" pitchFamily="34" charset="77"/>
                      </a:endParaRPr>
                    </a:p>
                  </a:txBody>
                  <a:tcPr marL="63500" marR="63500" marT="63500" marB="63500"/>
                </a:tc>
                <a:tc>
                  <a:txBody>
                    <a:bodyPr/>
                    <a:lstStyle/>
                    <a:p>
                      <a:pPr rtl="0" fontAlgn="t">
                        <a:buNone/>
                      </a:pPr>
                      <a:r>
                        <a:rPr lang="en-US" sz="2000" b="1" u="none" strike="noStrike">
                          <a:solidFill>
                            <a:srgbClr val="000000"/>
                          </a:solidFill>
                          <a:effectLst/>
                        </a:rPr>
                        <a:t>Abbreviation</a:t>
                      </a:r>
                      <a:endParaRPr lang="en-US" sz="2000">
                        <a:effectLst/>
                        <a:latin typeface="Avenir Next LT Pro" panose="020B0504020202020204" pitchFamily="34" charset="77"/>
                      </a:endParaRPr>
                    </a:p>
                  </a:txBody>
                  <a:tcPr marL="63500" marR="63500" marT="63500" marB="63500"/>
                </a:tc>
                <a:extLst>
                  <a:ext uri="{0D108BD9-81ED-4DB2-BD59-A6C34878D82A}">
                    <a16:rowId xmlns:a16="http://schemas.microsoft.com/office/drawing/2014/main" val="998022306"/>
                  </a:ext>
                </a:extLst>
              </a:tr>
              <a:tr h="382087">
                <a:tc>
                  <a:txBody>
                    <a:bodyPr/>
                    <a:lstStyle/>
                    <a:p>
                      <a:pPr rtl="0" fontAlgn="t">
                        <a:buNone/>
                      </a:pPr>
                      <a:r>
                        <a:rPr lang="en-US" sz="2000" b="0" u="none" strike="noStrike" dirty="0">
                          <a:solidFill>
                            <a:srgbClr val="000000"/>
                          </a:solidFill>
                          <a:effectLst/>
                        </a:rPr>
                        <a:t>Percent of trips that harvest one fish </a:t>
                      </a:r>
                      <a:endParaRPr lang="en-US" sz="2000" dirty="0">
                        <a:effectLst/>
                        <a:latin typeface="Avenir Next LT Pro" panose="020B0504020202020204" pitchFamily="34" charset="77"/>
                      </a:endParaRPr>
                    </a:p>
                  </a:txBody>
                  <a:tcPr marL="63500" marR="63500" marT="63500" marB="63500"/>
                </a:tc>
                <a:tc>
                  <a:txBody>
                    <a:bodyPr/>
                    <a:lstStyle/>
                    <a:p>
                      <a:pPr rtl="0" fontAlgn="t">
                        <a:buNone/>
                      </a:pPr>
                      <a:r>
                        <a:rPr lang="en-US" sz="2000" b="0" u="none" strike="noStrike">
                          <a:solidFill>
                            <a:srgbClr val="000000"/>
                          </a:solidFill>
                          <a:effectLst/>
                        </a:rPr>
                        <a:t>keep_one</a:t>
                      </a:r>
                      <a:endParaRPr lang="en-US" sz="2000">
                        <a:effectLst/>
                        <a:latin typeface="Avenir Next LT Pro" panose="020B0504020202020204" pitchFamily="34" charset="77"/>
                      </a:endParaRPr>
                    </a:p>
                  </a:txBody>
                  <a:tcPr marL="63500" marR="63500" marT="63500" marB="63500"/>
                </a:tc>
                <a:extLst>
                  <a:ext uri="{0D108BD9-81ED-4DB2-BD59-A6C34878D82A}">
                    <a16:rowId xmlns:a16="http://schemas.microsoft.com/office/drawing/2014/main" val="4046487837"/>
                  </a:ext>
                </a:extLst>
              </a:tr>
              <a:tr h="382087">
                <a:tc>
                  <a:txBody>
                    <a:bodyPr/>
                    <a:lstStyle/>
                    <a:p>
                      <a:pPr rtl="0" fontAlgn="t">
                        <a:buNone/>
                      </a:pPr>
                      <a:r>
                        <a:rPr lang="en-US" sz="2000" b="0" u="none" strike="noStrike" dirty="0">
                          <a:solidFill>
                            <a:srgbClr val="000000"/>
                          </a:solidFill>
                          <a:effectLst/>
                        </a:rPr>
                        <a:t>Average number of fish harvested per trip</a:t>
                      </a:r>
                      <a:endParaRPr lang="en-US" sz="2000" dirty="0">
                        <a:effectLst/>
                        <a:latin typeface="Avenir Next LT Pro" panose="020B0504020202020204" pitchFamily="34" charset="77"/>
                      </a:endParaRPr>
                    </a:p>
                  </a:txBody>
                  <a:tcPr marL="63500" marR="63500" marT="63500" marB="63500"/>
                </a:tc>
                <a:tc>
                  <a:txBody>
                    <a:bodyPr/>
                    <a:lstStyle/>
                    <a:p>
                      <a:pPr rtl="0" fontAlgn="t">
                        <a:buNone/>
                      </a:pPr>
                      <a:r>
                        <a:rPr lang="en-US" sz="2000" b="0" u="none" strike="noStrike">
                          <a:solidFill>
                            <a:srgbClr val="000000"/>
                          </a:solidFill>
                          <a:effectLst/>
                        </a:rPr>
                        <a:t>kept per trip</a:t>
                      </a:r>
                      <a:endParaRPr lang="en-US" sz="2000">
                        <a:effectLst/>
                        <a:latin typeface="Avenir Next LT Pro" panose="020B0504020202020204" pitchFamily="34" charset="77"/>
                      </a:endParaRPr>
                    </a:p>
                  </a:txBody>
                  <a:tcPr marL="63500" marR="63500" marT="63500" marB="63500"/>
                </a:tc>
                <a:extLst>
                  <a:ext uri="{0D108BD9-81ED-4DB2-BD59-A6C34878D82A}">
                    <a16:rowId xmlns:a16="http://schemas.microsoft.com/office/drawing/2014/main" val="1150976410"/>
                  </a:ext>
                </a:extLst>
              </a:tr>
              <a:tr h="382087">
                <a:tc>
                  <a:txBody>
                    <a:bodyPr/>
                    <a:lstStyle/>
                    <a:p>
                      <a:pPr rtl="0" fontAlgn="t">
                        <a:buNone/>
                      </a:pPr>
                      <a:r>
                        <a:rPr lang="en-US" sz="2000" b="0" u="none" strike="noStrike">
                          <a:solidFill>
                            <a:srgbClr val="000000"/>
                          </a:solidFill>
                          <a:effectLst/>
                        </a:rPr>
                        <a:t>Percent of trips harvesting a trophy fish</a:t>
                      </a:r>
                      <a:endParaRPr lang="en-US" sz="2000">
                        <a:effectLst/>
                        <a:latin typeface="Avenir Next LT Pro" panose="020B0504020202020204" pitchFamily="34" charset="77"/>
                      </a:endParaRPr>
                    </a:p>
                  </a:txBody>
                  <a:tcPr marL="63500" marR="63500" marT="63500" marB="63500"/>
                </a:tc>
                <a:tc>
                  <a:txBody>
                    <a:bodyPr/>
                    <a:lstStyle/>
                    <a:p>
                      <a:pPr rtl="0" fontAlgn="t">
                        <a:buNone/>
                      </a:pPr>
                      <a:r>
                        <a:rPr lang="en-US" sz="2000" b="0" u="none" strike="noStrike" dirty="0">
                          <a:solidFill>
                            <a:srgbClr val="000000"/>
                          </a:solidFill>
                          <a:effectLst/>
                        </a:rPr>
                        <a:t>trophy</a:t>
                      </a:r>
                      <a:endParaRPr lang="en-US" sz="2000" dirty="0">
                        <a:effectLst/>
                        <a:latin typeface="Avenir Next LT Pro" panose="020B0504020202020204" pitchFamily="34" charset="77"/>
                      </a:endParaRPr>
                    </a:p>
                  </a:txBody>
                  <a:tcPr marL="63500" marR="63500" marT="63500" marB="63500"/>
                </a:tc>
                <a:extLst>
                  <a:ext uri="{0D108BD9-81ED-4DB2-BD59-A6C34878D82A}">
                    <a16:rowId xmlns:a16="http://schemas.microsoft.com/office/drawing/2014/main" val="782042485"/>
                  </a:ext>
                </a:extLst>
              </a:tr>
              <a:tr h="382087">
                <a:tc>
                  <a:txBody>
                    <a:bodyPr/>
                    <a:lstStyle/>
                    <a:p>
                      <a:pPr rtl="0" fontAlgn="t">
                        <a:buNone/>
                      </a:pPr>
                      <a:r>
                        <a:rPr lang="en-US" sz="2000" b="0" u="none" strike="noStrike">
                          <a:solidFill>
                            <a:srgbClr val="000000"/>
                          </a:solidFill>
                          <a:effectLst/>
                        </a:rPr>
                        <a:t>Ratio of harvest to discards </a:t>
                      </a:r>
                      <a:endParaRPr lang="en-US" sz="2000">
                        <a:effectLst/>
                        <a:latin typeface="Avenir Next LT Pro" panose="020B0504020202020204" pitchFamily="34" charset="77"/>
                      </a:endParaRPr>
                    </a:p>
                  </a:txBody>
                  <a:tcPr marL="63500" marR="63500" marT="63500" marB="63500"/>
                </a:tc>
                <a:tc>
                  <a:txBody>
                    <a:bodyPr/>
                    <a:lstStyle/>
                    <a:p>
                      <a:pPr rtl="0" fontAlgn="t">
                        <a:buNone/>
                      </a:pPr>
                      <a:r>
                        <a:rPr lang="en-US" sz="2000" b="0" u="none" strike="noStrike">
                          <a:solidFill>
                            <a:srgbClr val="000000"/>
                          </a:solidFill>
                          <a:effectLst/>
                        </a:rPr>
                        <a:t>kept:released</a:t>
                      </a:r>
                      <a:endParaRPr lang="en-US" sz="2000">
                        <a:effectLst/>
                        <a:latin typeface="Avenir Next LT Pro" panose="020B0504020202020204" pitchFamily="34" charset="77"/>
                      </a:endParaRPr>
                    </a:p>
                  </a:txBody>
                  <a:tcPr marL="63500" marR="63500" marT="63500" marB="63500"/>
                </a:tc>
                <a:extLst>
                  <a:ext uri="{0D108BD9-81ED-4DB2-BD59-A6C34878D82A}">
                    <a16:rowId xmlns:a16="http://schemas.microsoft.com/office/drawing/2014/main" val="2950577808"/>
                  </a:ext>
                </a:extLst>
              </a:tr>
              <a:tr h="382087">
                <a:tc>
                  <a:txBody>
                    <a:bodyPr/>
                    <a:lstStyle/>
                    <a:p>
                      <a:pPr rtl="0" fontAlgn="t">
                        <a:buNone/>
                      </a:pPr>
                      <a:r>
                        <a:rPr lang="en-US" sz="2000" b="0" u="none" strike="noStrike">
                          <a:solidFill>
                            <a:srgbClr val="000000"/>
                          </a:solidFill>
                          <a:effectLst/>
                        </a:rPr>
                        <a:t>Likelihood of stock not being overfished</a:t>
                      </a:r>
                      <a:endParaRPr lang="en-US" sz="2000">
                        <a:effectLst/>
                        <a:latin typeface="Avenir Next LT Pro" panose="020B0504020202020204" pitchFamily="34" charset="77"/>
                      </a:endParaRPr>
                    </a:p>
                  </a:txBody>
                  <a:tcPr marL="63500" marR="63500" marT="63500" marB="63500"/>
                </a:tc>
                <a:tc>
                  <a:txBody>
                    <a:bodyPr/>
                    <a:lstStyle/>
                    <a:p>
                      <a:pPr rtl="0" fontAlgn="t">
                        <a:buNone/>
                      </a:pPr>
                      <a:r>
                        <a:rPr lang="en-US" sz="2000" b="0" u="none" strike="noStrike">
                          <a:solidFill>
                            <a:srgbClr val="000000"/>
                          </a:solidFill>
                          <a:effectLst/>
                        </a:rPr>
                        <a:t>not overfished</a:t>
                      </a:r>
                      <a:endParaRPr lang="en-US" sz="2000">
                        <a:effectLst/>
                        <a:latin typeface="Avenir Next LT Pro" panose="020B0504020202020204" pitchFamily="34" charset="77"/>
                      </a:endParaRPr>
                    </a:p>
                  </a:txBody>
                  <a:tcPr marL="63500" marR="63500" marT="63500" marB="63500"/>
                </a:tc>
                <a:extLst>
                  <a:ext uri="{0D108BD9-81ED-4DB2-BD59-A6C34878D82A}">
                    <a16:rowId xmlns:a16="http://schemas.microsoft.com/office/drawing/2014/main" val="3178053609"/>
                  </a:ext>
                </a:extLst>
              </a:tr>
              <a:tr h="382087">
                <a:tc>
                  <a:txBody>
                    <a:bodyPr/>
                    <a:lstStyle/>
                    <a:p>
                      <a:pPr rtl="0" fontAlgn="t">
                        <a:buNone/>
                      </a:pPr>
                      <a:r>
                        <a:rPr lang="en-US" sz="2000" b="0" u="none" strike="noStrike" dirty="0">
                          <a:solidFill>
                            <a:srgbClr val="000000"/>
                          </a:solidFill>
                          <a:effectLst/>
                        </a:rPr>
                        <a:t>Likelihood of stock not experiencing overfishing</a:t>
                      </a:r>
                      <a:endParaRPr lang="en-US" sz="2000" dirty="0">
                        <a:effectLst/>
                        <a:latin typeface="Avenir Next LT Pro" panose="020B0504020202020204" pitchFamily="34" charset="77"/>
                      </a:endParaRPr>
                    </a:p>
                  </a:txBody>
                  <a:tcPr marL="63500" marR="63500" marT="63500" marB="63500"/>
                </a:tc>
                <a:tc>
                  <a:txBody>
                    <a:bodyPr/>
                    <a:lstStyle/>
                    <a:p>
                      <a:pPr rtl="0" fontAlgn="t">
                        <a:buNone/>
                      </a:pPr>
                      <a:r>
                        <a:rPr lang="en-US" sz="2000" b="0" u="none" strike="noStrike" dirty="0">
                          <a:solidFill>
                            <a:srgbClr val="000000"/>
                          </a:solidFill>
                          <a:effectLst/>
                        </a:rPr>
                        <a:t>not overfishing</a:t>
                      </a:r>
                      <a:endParaRPr lang="en-US" sz="2000" dirty="0">
                        <a:effectLst/>
                        <a:latin typeface="Avenir Next LT Pro" panose="020B0504020202020204" pitchFamily="34" charset="77"/>
                      </a:endParaRPr>
                    </a:p>
                  </a:txBody>
                  <a:tcPr marL="63500" marR="63500" marT="63500" marB="63500"/>
                </a:tc>
                <a:extLst>
                  <a:ext uri="{0D108BD9-81ED-4DB2-BD59-A6C34878D82A}">
                    <a16:rowId xmlns:a16="http://schemas.microsoft.com/office/drawing/2014/main" val="153552940"/>
                  </a:ext>
                </a:extLst>
              </a:tr>
            </a:tbl>
          </a:graphicData>
        </a:graphic>
      </p:graphicFrame>
      <p:sp>
        <p:nvSpPr>
          <p:cNvPr id="192" name="Text Placeholder 13">
            <a:extLst>
              <a:ext uri="{FF2B5EF4-FFF2-40B4-BE49-F238E27FC236}">
                <a16:creationId xmlns:a16="http://schemas.microsoft.com/office/drawing/2014/main" id="{FF53AE7B-39A9-3FCE-BDBD-E86B881CB1B8}"/>
              </a:ext>
            </a:extLst>
          </p:cNvPr>
          <p:cNvSpPr txBox="1">
            <a:spLocks/>
          </p:cNvSpPr>
          <p:nvPr/>
        </p:nvSpPr>
        <p:spPr>
          <a:xfrm>
            <a:off x="19427247" y="12759805"/>
            <a:ext cx="3599405" cy="538609"/>
          </a:xfrm>
          <a:prstGeom prst="rect">
            <a:avLst/>
          </a:prstGeom>
          <a:solidFill>
            <a:schemeClr val="accent1">
              <a:lumMod val="40000"/>
              <a:lumOff val="60000"/>
            </a:schemeClr>
          </a:solidFill>
          <a:ln w="38100">
            <a:solidFill>
              <a:schemeClr val="tx1"/>
            </a:solidFill>
          </a:ln>
        </p:spPr>
        <p:txBody>
          <a:bodyPr wrap="square" lIns="91440" tIns="45720" rIns="91440" bIns="0">
            <a:spAutoFit/>
          </a:bodyPr>
          <a:lstStyle>
            <a:lvl1pPr marL="0" indent="0" algn="l" defTabSz="4388166" rtl="0" eaLnBrk="1" latinLnBrk="0" hangingPunct="1">
              <a:spcBef>
                <a:spcPct val="20000"/>
              </a:spcBef>
              <a:buFontTx/>
              <a:buNone/>
              <a:defRPr sz="2800" b="0" kern="1200" spc="198" baseline="0">
                <a:solidFill>
                  <a:schemeClr val="tx1"/>
                </a:solidFill>
                <a:latin typeface="Avenir Next LT Pro" panose="020B0504020202020204" pitchFamily="34" charset="0"/>
                <a:ea typeface="+mn-ea"/>
                <a:cs typeface="Arial" panose="020B0604020202020204" pitchFamily="34" charset="0"/>
              </a:defRPr>
            </a:lvl1pPr>
            <a:lvl2pPr marL="667227" indent="-248603"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2pPr>
            <a:lvl3pPr marL="1132999" indent="-201454"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3pPr>
            <a:lvl4pPr marL="1754505" indent="-311468"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4pPr>
            <a:lvl5pPr marL="2313147" indent="-285750"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5pPr>
            <a:lvl6pPr marL="12067458"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1540"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562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49706"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ctr"/>
            <a:r>
              <a:rPr lang="en-US" sz="3200" dirty="0"/>
              <a:t>Model Formula</a:t>
            </a:r>
          </a:p>
        </p:txBody>
      </p:sp>
      <p:pic>
        <p:nvPicPr>
          <p:cNvPr id="7" name="Picture 6" descr="A black and white symbol&#10;&#10;AI-generated content may be incorrect.">
            <a:extLst>
              <a:ext uri="{FF2B5EF4-FFF2-40B4-BE49-F238E27FC236}">
                <a16:creationId xmlns:a16="http://schemas.microsoft.com/office/drawing/2014/main" id="{77642DFC-ADE8-A6AA-BFAB-8AD6A481165A}"/>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6900980" y="15002149"/>
            <a:ext cx="2744808" cy="830997"/>
          </a:xfrm>
          <a:prstGeom prst="rect">
            <a:avLst/>
          </a:prstGeom>
        </p:spPr>
      </p:pic>
      <p:pic>
        <p:nvPicPr>
          <p:cNvPr id="9" name="Picture 8" descr="A black text with a white background&#10;&#10;AI-generated content may be incorrect.">
            <a:extLst>
              <a:ext uri="{FF2B5EF4-FFF2-40B4-BE49-F238E27FC236}">
                <a16:creationId xmlns:a16="http://schemas.microsoft.com/office/drawing/2014/main" id="{AE1FEF77-FC31-BEB9-47FC-0C2679A29D65}"/>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6752556" y="15997575"/>
            <a:ext cx="2719843" cy="923250"/>
          </a:xfrm>
          <a:prstGeom prst="rect">
            <a:avLst/>
          </a:prstGeom>
        </p:spPr>
      </p:pic>
      <p:pic>
        <p:nvPicPr>
          <p:cNvPr id="11" name="Picture 10" descr="A black text on a white background&#10;&#10;AI-generated content may be incorrect.">
            <a:extLst>
              <a:ext uri="{FF2B5EF4-FFF2-40B4-BE49-F238E27FC236}">
                <a16:creationId xmlns:a16="http://schemas.microsoft.com/office/drawing/2014/main" id="{AA4F3A8E-184A-C501-57C2-A8D2DB08AF8E}"/>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9989056" y="14956022"/>
            <a:ext cx="4810618" cy="923250"/>
          </a:xfrm>
          <a:prstGeom prst="rect">
            <a:avLst/>
          </a:prstGeom>
        </p:spPr>
      </p:pic>
      <p:pic>
        <p:nvPicPr>
          <p:cNvPr id="13" name="Picture 12" descr="A black text on a white background&#10;&#10;AI-generated content may be incorrect.">
            <a:extLst>
              <a:ext uri="{FF2B5EF4-FFF2-40B4-BE49-F238E27FC236}">
                <a16:creationId xmlns:a16="http://schemas.microsoft.com/office/drawing/2014/main" id="{630BC06C-24BE-BC56-4D33-936ACD659425}"/>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19989056" y="15991520"/>
            <a:ext cx="5090346" cy="923249"/>
          </a:xfrm>
          <a:prstGeom prst="rect">
            <a:avLst/>
          </a:prstGeom>
        </p:spPr>
      </p:pic>
      <p:pic>
        <p:nvPicPr>
          <p:cNvPr id="8" name="Picture 7">
            <a:extLst>
              <a:ext uri="{FF2B5EF4-FFF2-40B4-BE49-F238E27FC236}">
                <a16:creationId xmlns:a16="http://schemas.microsoft.com/office/drawing/2014/main" id="{A4784467-29C4-A30F-CEF3-C647BD148C38}"/>
              </a:ext>
            </a:extLst>
          </p:cNvPr>
          <p:cNvPicPr>
            <a:picLocks noChangeAspect="1"/>
          </p:cNvPicPr>
          <p:nvPr/>
        </p:nvPicPr>
        <p:blipFill>
          <a:blip r:embed="rId17"/>
          <a:stretch>
            <a:fillRect/>
          </a:stretch>
        </p:blipFill>
        <p:spPr>
          <a:xfrm>
            <a:off x="349488" y="23152305"/>
            <a:ext cx="12471141" cy="8105438"/>
          </a:xfrm>
          <a:prstGeom prst="rect">
            <a:avLst/>
          </a:prstGeom>
        </p:spPr>
      </p:pic>
    </p:spTree>
    <p:extLst>
      <p:ext uri="{BB962C8B-B14F-4D97-AF65-F5344CB8AC3E}">
        <p14:creationId xmlns:p14="http://schemas.microsoft.com/office/powerpoint/2010/main" val="3999314347"/>
      </p:ext>
    </p:extLst>
  </p:cSld>
  <p:clrMapOvr>
    <a:masterClrMapping/>
  </p:clrMapOvr>
</p:sld>
</file>

<file path=ppt/theme/theme1.xml><?xml version="1.0" encoding="utf-8"?>
<a:theme xmlns:a="http://schemas.openxmlformats.org/drawingml/2006/main" name="36&quot; x 48&quot;">
  <a:themeElements>
    <a:clrScheme name="Test pallette 2">
      <a:dk1>
        <a:srgbClr val="000000"/>
      </a:dk1>
      <a:lt1>
        <a:srgbClr val="FFFFFF"/>
      </a:lt1>
      <a:dk2>
        <a:srgbClr val="4E5B6F"/>
      </a:dk2>
      <a:lt2>
        <a:srgbClr val="D6ECFF"/>
      </a:lt2>
      <a:accent1>
        <a:srgbClr val="FCBF45"/>
      </a:accent1>
      <a:accent2>
        <a:srgbClr val="2197FF"/>
      </a:accent2>
      <a:accent3>
        <a:srgbClr val="687196"/>
      </a:accent3>
      <a:accent4>
        <a:srgbClr val="A27872"/>
      </a:accent4>
      <a:accent5>
        <a:srgbClr val="BCBCEE"/>
      </a:accent5>
      <a:accent6>
        <a:srgbClr val="00B0F0"/>
      </a:accent6>
      <a:hlink>
        <a:srgbClr val="00ADDC"/>
      </a:hlink>
      <a:folHlink>
        <a:srgbClr val="004B8D"/>
      </a:folHlink>
    </a:clrScheme>
    <a:fontScheme name="UMass Temp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standard-research-poster-template-36x48-final.potx" id="{122EDA18-0B03-48AE-8BB3-DA9D80D53827}" vid="{110A95A0-D310-43DC-A307-FE0A2BEB26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36" x 48"</Template>
  <TotalTime>3689</TotalTime>
  <Words>628</Words>
  <Application>Microsoft Office PowerPoint</Application>
  <PresentationFormat>Custom</PresentationFormat>
  <Paragraphs>67</Paragraphs>
  <Slides>1</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vt:i4>
      </vt:variant>
    </vt:vector>
  </HeadingPairs>
  <TitlesOfParts>
    <vt:vector size="10" baseType="lpstr">
      <vt:lpstr>Arial</vt:lpstr>
      <vt:lpstr>Avenir Next LT Pro</vt:lpstr>
      <vt:lpstr>Calibri</vt:lpstr>
      <vt:lpstr>Franklin Gothic Medium</vt:lpstr>
      <vt:lpstr>Frutiger LT Std 45 Light</vt:lpstr>
      <vt:lpstr>Frutiger LT Std 55 Roman</vt:lpstr>
      <vt:lpstr>Rockwell</vt:lpstr>
      <vt:lpstr>Trebuchet MS</vt:lpstr>
      <vt:lpstr>36" x 48"</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Kamran A Walsh</dc:creator>
  <cp:lastModifiedBy>Sophie Wulfing</cp:lastModifiedBy>
  <cp:revision>156</cp:revision>
  <dcterms:created xsi:type="dcterms:W3CDTF">2024-10-16T17:16:58Z</dcterms:created>
  <dcterms:modified xsi:type="dcterms:W3CDTF">2025-08-17T17:33:31Z</dcterms:modified>
</cp:coreProperties>
</file>