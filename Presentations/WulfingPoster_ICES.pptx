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Lst>
  <p:notesMasterIdLst>
    <p:notesMasterId r:id="rId3"/>
  </p:notesMasterIdLst>
  <p:handoutMasterIdLst>
    <p:handoutMasterId r:id="rId4"/>
  </p:handoutMasterIdLst>
  <p:sldIdLst>
    <p:sldId id="257" r:id="rId2"/>
  </p:sldIdLst>
  <p:sldSz cx="43891200" cy="32918400"/>
  <p:notesSz cx="6858000" cy="9144000"/>
  <p:defaultTextStyle>
    <a:defPPr>
      <a:defRPr lang="en-US"/>
    </a:defPPr>
    <a:lvl1pPr marL="0" algn="l" defTabSz="4388166" rtl="0" eaLnBrk="1" latinLnBrk="0" hangingPunct="1">
      <a:defRPr sz="8600" kern="1200">
        <a:solidFill>
          <a:schemeClr val="tx1"/>
        </a:solidFill>
        <a:latin typeface="+mn-lt"/>
        <a:ea typeface="+mn-ea"/>
        <a:cs typeface="+mn-cs"/>
      </a:defRPr>
    </a:lvl1pPr>
    <a:lvl2pPr marL="2194085" algn="l" defTabSz="4388166" rtl="0" eaLnBrk="1" latinLnBrk="0" hangingPunct="1">
      <a:defRPr sz="8600" kern="1200">
        <a:solidFill>
          <a:schemeClr val="tx1"/>
        </a:solidFill>
        <a:latin typeface="+mn-lt"/>
        <a:ea typeface="+mn-ea"/>
        <a:cs typeface="+mn-cs"/>
      </a:defRPr>
    </a:lvl2pPr>
    <a:lvl3pPr marL="4388166" algn="l" defTabSz="4388166" rtl="0" eaLnBrk="1" latinLnBrk="0" hangingPunct="1">
      <a:defRPr sz="8600" kern="1200">
        <a:solidFill>
          <a:schemeClr val="tx1"/>
        </a:solidFill>
        <a:latin typeface="+mn-lt"/>
        <a:ea typeface="+mn-ea"/>
        <a:cs typeface="+mn-cs"/>
      </a:defRPr>
    </a:lvl3pPr>
    <a:lvl4pPr marL="6582250" algn="l" defTabSz="4388166" rtl="0" eaLnBrk="1" latinLnBrk="0" hangingPunct="1">
      <a:defRPr sz="8600" kern="1200">
        <a:solidFill>
          <a:schemeClr val="tx1"/>
        </a:solidFill>
        <a:latin typeface="+mn-lt"/>
        <a:ea typeface="+mn-ea"/>
        <a:cs typeface="+mn-cs"/>
      </a:defRPr>
    </a:lvl4pPr>
    <a:lvl5pPr marL="8776332" algn="l" defTabSz="4388166" rtl="0" eaLnBrk="1" latinLnBrk="0" hangingPunct="1">
      <a:defRPr sz="8600" kern="1200">
        <a:solidFill>
          <a:schemeClr val="tx1"/>
        </a:solidFill>
        <a:latin typeface="+mn-lt"/>
        <a:ea typeface="+mn-ea"/>
        <a:cs typeface="+mn-cs"/>
      </a:defRPr>
    </a:lvl5pPr>
    <a:lvl6pPr marL="10970417" algn="l" defTabSz="4388166" rtl="0" eaLnBrk="1" latinLnBrk="0" hangingPunct="1">
      <a:defRPr sz="8600" kern="1200">
        <a:solidFill>
          <a:schemeClr val="tx1"/>
        </a:solidFill>
        <a:latin typeface="+mn-lt"/>
        <a:ea typeface="+mn-ea"/>
        <a:cs typeface="+mn-cs"/>
      </a:defRPr>
    </a:lvl6pPr>
    <a:lvl7pPr marL="13164501" algn="l" defTabSz="4388166" rtl="0" eaLnBrk="1" latinLnBrk="0" hangingPunct="1">
      <a:defRPr sz="8600" kern="1200">
        <a:solidFill>
          <a:schemeClr val="tx1"/>
        </a:solidFill>
        <a:latin typeface="+mn-lt"/>
        <a:ea typeface="+mn-ea"/>
        <a:cs typeface="+mn-cs"/>
      </a:defRPr>
    </a:lvl7pPr>
    <a:lvl8pPr marL="15358582" algn="l" defTabSz="4388166" rtl="0" eaLnBrk="1" latinLnBrk="0" hangingPunct="1">
      <a:defRPr sz="8600" kern="1200">
        <a:solidFill>
          <a:schemeClr val="tx1"/>
        </a:solidFill>
        <a:latin typeface="+mn-lt"/>
        <a:ea typeface="+mn-ea"/>
        <a:cs typeface="+mn-cs"/>
      </a:defRPr>
    </a:lvl8pPr>
    <a:lvl9pPr marL="17552667" algn="l" defTabSz="4388166" rtl="0" eaLnBrk="1" latinLnBrk="0" hangingPunct="1">
      <a:defRPr sz="86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E1FB1"/>
    <a:srgbClr val="FEC24D"/>
    <a:srgbClr val="0D0D0D"/>
    <a:srgbClr val="003764"/>
    <a:srgbClr val="FFB915"/>
    <a:srgbClr val="004A8D"/>
    <a:srgbClr val="CDD2DE"/>
    <a:srgbClr val="FFFFFF"/>
    <a:srgbClr val="F3F5FA"/>
    <a:srgbClr val="E3E9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929F9F4-4A8F-4326-A1B4-22849713DDAB}" styleName="Dark Style 1 - Accent 4">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4"/>
          </a:solidFill>
        </a:fill>
      </a:tcStyle>
    </a:wholeTbl>
    <a:band1H>
      <a:tcStyle>
        <a:tcBdr/>
        <a:fill>
          <a:solidFill>
            <a:schemeClr val="accent4">
              <a:shade val="60000"/>
            </a:schemeClr>
          </a:solidFill>
        </a:fill>
      </a:tcStyle>
    </a:band1H>
    <a:band1V>
      <a:tcStyle>
        <a:tcBdr/>
        <a:fill>
          <a:solidFill>
            <a:schemeClr val="accent4">
              <a:shade val="60000"/>
            </a:schemeClr>
          </a:solidFill>
        </a:fill>
      </a:tcStyle>
    </a:band1V>
    <a:lastCol>
      <a:tcTxStyle b="on"/>
      <a:tcStyle>
        <a:tcBdr>
          <a:left>
            <a:ln w="25400" cmpd="sng">
              <a:solidFill>
                <a:schemeClr val="lt1"/>
              </a:solidFill>
            </a:ln>
          </a:left>
        </a:tcBdr>
        <a:fill>
          <a:solidFill>
            <a:schemeClr val="accent4">
              <a:shade val="60000"/>
            </a:schemeClr>
          </a:solidFill>
        </a:fill>
      </a:tcStyle>
    </a:lastCol>
    <a:firstCol>
      <a:tcTxStyle b="on"/>
      <a:tcStyle>
        <a:tcBdr>
          <a:right>
            <a:ln w="25400" cmpd="sng">
              <a:solidFill>
                <a:schemeClr val="lt1"/>
              </a:solidFill>
            </a:ln>
          </a:right>
        </a:tcBdr>
        <a:fill>
          <a:solidFill>
            <a:schemeClr val="accent4">
              <a:shade val="60000"/>
            </a:schemeClr>
          </a:solidFill>
        </a:fill>
      </a:tcStyle>
    </a:firstCol>
    <a:lastRow>
      <a:tcTxStyle b="on"/>
      <a:tcStyle>
        <a:tcBdr>
          <a:top>
            <a:ln w="25400" cmpd="sng">
              <a:solidFill>
                <a:schemeClr val="lt1"/>
              </a:solidFill>
            </a:ln>
          </a:top>
        </a:tcBdr>
        <a:fill>
          <a:solidFill>
            <a:schemeClr val="accent4">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8934" autoAdjust="0"/>
    <p:restoredTop sz="94679" autoAdjust="0"/>
  </p:normalViewPr>
  <p:slideViewPr>
    <p:cSldViewPr snapToGrid="0" snapToObjects="1" showGuides="1">
      <p:cViewPr varScale="1">
        <p:scale>
          <a:sx n="15" d="100"/>
          <a:sy n="15" d="100"/>
        </p:scale>
        <p:origin x="1420" y="132"/>
      </p:cViewPr>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79" d="100"/>
          <a:sy n="79" d="100"/>
        </p:scale>
        <p:origin x="-3768" y="-102"/>
      </p:cViewPr>
      <p:guideLst>
        <p:guide orient="horz" pos="2880"/>
        <p:guide pos="2160"/>
      </p:guideLst>
    </p:cSldViewPr>
  </p:notesViewPr>
  <p:gridSpacing cx="76200" cy="76200"/>
</p:viewPr>
</file>

<file path=ppt/_rels/presentation.xml.rels>&#65279;<?xml version="1.0" encoding="utf-8"?><Relationships xmlns="http://schemas.openxmlformats.org/package/2006/relationships"><Relationship Type="http://schemas.openxmlformats.org/officeDocument/2006/relationships/theme" Target="theme/theme1.xml" Id="rId8" /><Relationship Type="http://schemas.openxmlformats.org/officeDocument/2006/relationships/notesMaster" Target="notesMasters/notesMaster1.xml" Id="rId3" /><Relationship Type="http://schemas.openxmlformats.org/officeDocument/2006/relationships/viewProps" Target="viewProps.xml" Id="rId7" /><Relationship Type="http://schemas.openxmlformats.org/officeDocument/2006/relationships/slide" Target="slides/slide1.xml" Id="rId2" /><Relationship Type="http://schemas.openxmlformats.org/officeDocument/2006/relationships/slideMaster" Target="slideMasters/slideMaster1.xml" Id="rId1" /><Relationship Type="http://schemas.openxmlformats.org/officeDocument/2006/relationships/presProps" Target="presProps.xml" Id="rId6" /><Relationship Type="http://schemas.openxmlformats.org/officeDocument/2006/relationships/commentAuthors" Target="commentAuthors.xml" Id="rId5" /><Relationship Type="http://schemas.openxmlformats.org/officeDocument/2006/relationships/handoutMaster" Target="handoutMasters/handoutMaster1.xml" Id="rId4" /><Relationship Type="http://schemas.openxmlformats.org/officeDocument/2006/relationships/tableStyles" Target="tableStyles.xml" Id="rId9" /></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2B7874D-9E37-4CE3-8828-594AD898F5CF}" type="doc">
      <dgm:prSet loTypeId="urn:microsoft.com/office/officeart/2005/8/layout/hProcess6" loCatId="process" qsTypeId="urn:microsoft.com/office/officeart/2005/8/quickstyle/simple1" qsCatId="simple" csTypeId="urn:microsoft.com/office/officeart/2005/8/colors/colorful5" csCatId="colorful" phldr="1"/>
      <dgm:spPr/>
      <dgm:t>
        <a:bodyPr/>
        <a:lstStyle/>
        <a:p>
          <a:endParaRPr lang="en-US"/>
        </a:p>
      </dgm:t>
    </dgm:pt>
    <dgm:pt modelId="{FD57A578-90C0-4F3B-BCBC-9D1ADC7CBD5B}">
      <dgm:prSet phldrT="[Text]"/>
      <dgm:spPr/>
      <dgm:t>
        <a:bodyPr/>
        <a:lstStyle/>
        <a:p>
          <a:r>
            <a:rPr lang="en-US" dirty="0"/>
            <a:t>MSE 0</a:t>
          </a:r>
        </a:p>
      </dgm:t>
    </dgm:pt>
    <dgm:pt modelId="{FE589BA0-A86E-4A08-A4FC-CF50BE036805}" type="parTrans" cxnId="{57CCBB67-0592-4E21-B654-E9712A62C91D}">
      <dgm:prSet/>
      <dgm:spPr/>
      <dgm:t>
        <a:bodyPr/>
        <a:lstStyle/>
        <a:p>
          <a:endParaRPr lang="en-US"/>
        </a:p>
      </dgm:t>
    </dgm:pt>
    <dgm:pt modelId="{FAB6C6B4-6A06-449D-B6E7-C33E9A778528}" type="sibTrans" cxnId="{57CCBB67-0592-4E21-B654-E9712A62C91D}">
      <dgm:prSet/>
      <dgm:spPr/>
      <dgm:t>
        <a:bodyPr/>
        <a:lstStyle/>
        <a:p>
          <a:endParaRPr lang="en-US"/>
        </a:p>
      </dgm:t>
    </dgm:pt>
    <dgm:pt modelId="{DE7CA0C9-07FF-46D6-B635-EBF35E30530F}">
      <dgm:prSet phldrT="[Text]"/>
      <dgm:spPr>
        <a:ln>
          <a:solidFill>
            <a:schemeClr val="tx1">
              <a:alpha val="90000"/>
            </a:schemeClr>
          </a:solidFill>
        </a:ln>
      </dgm:spPr>
      <dgm:t>
        <a:bodyPr/>
        <a:lstStyle/>
        <a:p>
          <a:r>
            <a:rPr lang="en-US" dirty="0"/>
            <a:t>Historical temp data incorporated from om</a:t>
          </a:r>
        </a:p>
      </dgm:t>
    </dgm:pt>
    <dgm:pt modelId="{7A5824F7-5AEB-418D-A9E9-53D3122AED99}" type="parTrans" cxnId="{95A45927-7198-43D3-894E-F225DD35A2AD}">
      <dgm:prSet/>
      <dgm:spPr/>
      <dgm:t>
        <a:bodyPr/>
        <a:lstStyle/>
        <a:p>
          <a:endParaRPr lang="en-US"/>
        </a:p>
      </dgm:t>
    </dgm:pt>
    <dgm:pt modelId="{E76932AB-C58E-41BA-980F-DCB78AF0380E}" type="sibTrans" cxnId="{95A45927-7198-43D3-894E-F225DD35A2AD}">
      <dgm:prSet/>
      <dgm:spPr/>
      <dgm:t>
        <a:bodyPr/>
        <a:lstStyle/>
        <a:p>
          <a:endParaRPr lang="en-US"/>
        </a:p>
      </dgm:t>
    </dgm:pt>
    <dgm:pt modelId="{4A563F67-9203-4CFC-884F-B35B80BB9562}">
      <dgm:prSet phldrT="[Text]"/>
      <dgm:spPr/>
      <dgm:t>
        <a:bodyPr/>
        <a:lstStyle/>
        <a:p>
          <a:r>
            <a:rPr lang="en-US" dirty="0"/>
            <a:t>MSE 1</a:t>
          </a:r>
        </a:p>
      </dgm:t>
    </dgm:pt>
    <dgm:pt modelId="{DBA1F6F7-7964-4D73-9C1B-CA12BBABE492}" type="parTrans" cxnId="{402FEAED-68BC-49F3-9BAA-945BD783A250}">
      <dgm:prSet/>
      <dgm:spPr/>
      <dgm:t>
        <a:bodyPr/>
        <a:lstStyle/>
        <a:p>
          <a:endParaRPr lang="en-US"/>
        </a:p>
      </dgm:t>
    </dgm:pt>
    <dgm:pt modelId="{7756EFCF-2627-48AC-B622-C1DA745BE97E}" type="sibTrans" cxnId="{402FEAED-68BC-49F3-9BAA-945BD783A250}">
      <dgm:prSet/>
      <dgm:spPr/>
      <dgm:t>
        <a:bodyPr/>
        <a:lstStyle/>
        <a:p>
          <a:endParaRPr lang="en-US"/>
        </a:p>
      </dgm:t>
    </dgm:pt>
    <dgm:pt modelId="{0C5F9779-B9A6-40F4-BC7D-7CDFA01D0495}">
      <dgm:prSet phldrT="[Text]"/>
      <dgm:spPr/>
      <dgm:t>
        <a:bodyPr/>
        <a:lstStyle/>
        <a:p>
          <a:r>
            <a:rPr lang="en-US" dirty="0"/>
            <a:t>MSE 2</a:t>
          </a:r>
        </a:p>
      </dgm:t>
    </dgm:pt>
    <dgm:pt modelId="{C0124B2D-DFE2-40A5-BD86-C64417F59210}" type="parTrans" cxnId="{64B45CBE-70C8-4B85-B89B-C02D867AA782}">
      <dgm:prSet/>
      <dgm:spPr/>
      <dgm:t>
        <a:bodyPr/>
        <a:lstStyle/>
        <a:p>
          <a:endParaRPr lang="en-US"/>
        </a:p>
      </dgm:t>
    </dgm:pt>
    <dgm:pt modelId="{8263CA6D-F1A5-44D8-A89B-42EE252F623B}" type="sibTrans" cxnId="{64B45CBE-70C8-4B85-B89B-C02D867AA782}">
      <dgm:prSet/>
      <dgm:spPr/>
      <dgm:t>
        <a:bodyPr/>
        <a:lstStyle/>
        <a:p>
          <a:endParaRPr lang="en-US"/>
        </a:p>
      </dgm:t>
    </dgm:pt>
    <dgm:pt modelId="{913BD10D-747A-4DDF-AB66-D5AA2C59F2D9}">
      <dgm:prSet phldrT="[Text]"/>
      <dgm:spPr>
        <a:ln>
          <a:solidFill>
            <a:schemeClr val="tx1"/>
          </a:solidFill>
        </a:ln>
      </dgm:spPr>
      <dgm:t>
        <a:bodyPr/>
        <a:lstStyle/>
        <a:p>
          <a:r>
            <a:rPr lang="en-US" dirty="0"/>
            <a:t>2025-2028 temp data incorporated from om</a:t>
          </a:r>
        </a:p>
      </dgm:t>
    </dgm:pt>
    <dgm:pt modelId="{06D63F4F-49F4-4D87-9CB4-EE34BFC67030}" type="parTrans" cxnId="{F939D983-A71A-41ED-B398-D2F7202304D5}">
      <dgm:prSet/>
      <dgm:spPr/>
      <dgm:t>
        <a:bodyPr/>
        <a:lstStyle/>
        <a:p>
          <a:endParaRPr lang="en-US"/>
        </a:p>
      </dgm:t>
    </dgm:pt>
    <dgm:pt modelId="{D4C38017-61D6-4642-A7FA-0454A1EDF910}" type="sibTrans" cxnId="{F939D983-A71A-41ED-B398-D2F7202304D5}">
      <dgm:prSet/>
      <dgm:spPr/>
      <dgm:t>
        <a:bodyPr/>
        <a:lstStyle/>
        <a:p>
          <a:endParaRPr lang="en-US"/>
        </a:p>
      </dgm:t>
    </dgm:pt>
    <dgm:pt modelId="{4CC82033-3B1E-4AE5-B34E-60FBAE93B632}">
      <dgm:prSet phldrT="[Text]"/>
      <dgm:spPr>
        <a:ln>
          <a:solidFill>
            <a:schemeClr val="tx1"/>
          </a:solidFill>
        </a:ln>
      </dgm:spPr>
      <dgm:t>
        <a:bodyPr/>
        <a:lstStyle/>
        <a:p>
          <a:r>
            <a:rPr lang="en-US" dirty="0"/>
            <a:t>EM projects 2028-2031 </a:t>
          </a:r>
        </a:p>
      </dgm:t>
    </dgm:pt>
    <dgm:pt modelId="{86AA7A8E-CF2C-40ED-A5F5-3DB6CCC2A0FA}" type="parTrans" cxnId="{73213B7F-6B38-4862-A779-9B9F57765263}">
      <dgm:prSet/>
      <dgm:spPr/>
      <dgm:t>
        <a:bodyPr/>
        <a:lstStyle/>
        <a:p>
          <a:endParaRPr lang="en-US"/>
        </a:p>
      </dgm:t>
    </dgm:pt>
    <dgm:pt modelId="{0B015DA9-592A-45DC-8326-0A5CB51A74CD}" type="sibTrans" cxnId="{73213B7F-6B38-4862-A779-9B9F57765263}">
      <dgm:prSet/>
      <dgm:spPr/>
      <dgm:t>
        <a:bodyPr/>
        <a:lstStyle/>
        <a:p>
          <a:endParaRPr lang="en-US"/>
        </a:p>
      </dgm:t>
    </dgm:pt>
    <dgm:pt modelId="{520134A7-0FFB-4D92-BE2A-695210CB689D}">
      <dgm:prSet/>
      <dgm:spPr/>
      <dgm:t>
        <a:bodyPr/>
        <a:lstStyle/>
        <a:p>
          <a:r>
            <a:rPr lang="en-US" dirty="0"/>
            <a:t>MSE cont.</a:t>
          </a:r>
        </a:p>
      </dgm:t>
    </dgm:pt>
    <dgm:pt modelId="{2182CDA9-FD90-4AF0-91C4-DB684BC71FD1}" type="parTrans" cxnId="{17999F5E-E59F-4BF7-911F-3E48A997DD7C}">
      <dgm:prSet/>
      <dgm:spPr/>
      <dgm:t>
        <a:bodyPr/>
        <a:lstStyle/>
        <a:p>
          <a:endParaRPr lang="en-US"/>
        </a:p>
      </dgm:t>
    </dgm:pt>
    <dgm:pt modelId="{2A22AA69-E2F8-4E2C-838B-5ED2F98AA80C}" type="sibTrans" cxnId="{17999F5E-E59F-4BF7-911F-3E48A997DD7C}">
      <dgm:prSet/>
      <dgm:spPr/>
      <dgm:t>
        <a:bodyPr/>
        <a:lstStyle/>
        <a:p>
          <a:endParaRPr lang="en-US"/>
        </a:p>
      </dgm:t>
    </dgm:pt>
    <dgm:pt modelId="{EF46479C-488B-47B8-9B30-FE5827B80FF3}">
      <dgm:prSet phldrT="[Text]"/>
      <dgm:spPr>
        <a:ln>
          <a:solidFill>
            <a:schemeClr val="tx1">
              <a:alpha val="90000"/>
            </a:schemeClr>
          </a:solidFill>
        </a:ln>
      </dgm:spPr>
      <dgm:t>
        <a:bodyPr/>
        <a:lstStyle/>
        <a:p>
          <a:r>
            <a:rPr lang="en-US" dirty="0"/>
            <a:t>2022-2025 temp data incorporated from om</a:t>
          </a:r>
        </a:p>
      </dgm:t>
    </dgm:pt>
    <dgm:pt modelId="{162FDFC9-F12F-4509-8234-94AA8C8F2109}" type="sibTrans" cxnId="{770B6246-0B43-42AB-A0D6-58F7FA047A34}">
      <dgm:prSet/>
      <dgm:spPr/>
      <dgm:t>
        <a:bodyPr/>
        <a:lstStyle/>
        <a:p>
          <a:endParaRPr lang="en-US"/>
        </a:p>
      </dgm:t>
    </dgm:pt>
    <dgm:pt modelId="{ED1F9E86-A791-4D95-BD0F-DCE69726C23A}" type="parTrans" cxnId="{770B6246-0B43-42AB-A0D6-58F7FA047A34}">
      <dgm:prSet/>
      <dgm:spPr/>
      <dgm:t>
        <a:bodyPr/>
        <a:lstStyle/>
        <a:p>
          <a:endParaRPr lang="en-US"/>
        </a:p>
      </dgm:t>
    </dgm:pt>
    <dgm:pt modelId="{1EB09A3A-5B05-4277-B7F1-3D192C5F63A8}">
      <dgm:prSet phldrT="[Text]"/>
      <dgm:spPr>
        <a:ln>
          <a:solidFill>
            <a:schemeClr val="tx1">
              <a:alpha val="90000"/>
            </a:schemeClr>
          </a:solidFill>
        </a:ln>
      </dgm:spPr>
      <dgm:t>
        <a:bodyPr/>
        <a:lstStyle/>
        <a:p>
          <a:r>
            <a:rPr lang="en-US" dirty="0"/>
            <a:t>EM projects 2025-2028</a:t>
          </a:r>
        </a:p>
      </dgm:t>
    </dgm:pt>
    <dgm:pt modelId="{73731C78-D863-4CD5-823F-8244B21B52DB}" type="sibTrans" cxnId="{CD209D1F-B722-46A3-887C-FFA9A0746C4C}">
      <dgm:prSet/>
      <dgm:spPr/>
      <dgm:t>
        <a:bodyPr/>
        <a:lstStyle/>
        <a:p>
          <a:endParaRPr lang="en-US"/>
        </a:p>
      </dgm:t>
    </dgm:pt>
    <dgm:pt modelId="{2CEA9166-F86F-41F9-AD36-821866F7C20D}" type="parTrans" cxnId="{CD209D1F-B722-46A3-887C-FFA9A0746C4C}">
      <dgm:prSet/>
      <dgm:spPr/>
      <dgm:t>
        <a:bodyPr/>
        <a:lstStyle/>
        <a:p>
          <a:endParaRPr lang="en-US"/>
        </a:p>
      </dgm:t>
    </dgm:pt>
    <dgm:pt modelId="{1E3589DB-895F-4C73-A612-4E7B4BDF34E0}">
      <dgm:prSet phldrT="[Text]"/>
      <dgm:spPr>
        <a:ln>
          <a:solidFill>
            <a:schemeClr val="tx1">
              <a:alpha val="90000"/>
            </a:schemeClr>
          </a:solidFill>
        </a:ln>
      </dgm:spPr>
      <dgm:t>
        <a:bodyPr/>
        <a:lstStyle/>
        <a:p>
          <a:r>
            <a:rPr lang="en-US" dirty="0"/>
            <a:t>EM projects 2022-2025</a:t>
          </a:r>
        </a:p>
      </dgm:t>
    </dgm:pt>
    <dgm:pt modelId="{C2FFCF98-18B8-42C0-8317-51157E9C75B6}" type="sibTrans" cxnId="{FC3A2749-265F-48BB-8286-2A33E2187176}">
      <dgm:prSet/>
      <dgm:spPr/>
      <dgm:t>
        <a:bodyPr/>
        <a:lstStyle/>
        <a:p>
          <a:endParaRPr lang="en-US"/>
        </a:p>
      </dgm:t>
    </dgm:pt>
    <dgm:pt modelId="{D3EFA1E1-B7C1-4612-B2E1-503DF3BEE957}" type="parTrans" cxnId="{FC3A2749-265F-48BB-8286-2A33E2187176}">
      <dgm:prSet/>
      <dgm:spPr/>
      <dgm:t>
        <a:bodyPr/>
        <a:lstStyle/>
        <a:p>
          <a:endParaRPr lang="en-US"/>
        </a:p>
      </dgm:t>
    </dgm:pt>
    <dgm:pt modelId="{E3AF6A8D-B142-4901-900D-6CB33BC20149}">
      <dgm:prSet/>
      <dgm:spPr>
        <a:ln>
          <a:solidFill>
            <a:schemeClr val="tx1">
              <a:alpha val="90000"/>
            </a:schemeClr>
          </a:solidFill>
        </a:ln>
      </dgm:spPr>
      <dgm:t>
        <a:bodyPr/>
        <a:lstStyle/>
        <a:p>
          <a:r>
            <a:rPr lang="en-US" dirty="0"/>
            <a:t>…</a:t>
          </a:r>
        </a:p>
        <a:p>
          <a:endParaRPr lang="en-US" dirty="0"/>
        </a:p>
      </dgm:t>
    </dgm:pt>
    <dgm:pt modelId="{BB43A68B-777B-41A5-AA0D-C21EA3E536A7}" type="parTrans" cxnId="{0E357CA8-7A8E-43B3-92DF-1B16BE1F040A}">
      <dgm:prSet/>
      <dgm:spPr/>
      <dgm:t>
        <a:bodyPr/>
        <a:lstStyle/>
        <a:p>
          <a:endParaRPr lang="en-US"/>
        </a:p>
      </dgm:t>
    </dgm:pt>
    <dgm:pt modelId="{8F47D564-9C7F-431A-9677-2146DD4D5FB1}" type="sibTrans" cxnId="{0E357CA8-7A8E-43B3-92DF-1B16BE1F040A}">
      <dgm:prSet/>
      <dgm:spPr/>
      <dgm:t>
        <a:bodyPr/>
        <a:lstStyle/>
        <a:p>
          <a:endParaRPr lang="en-US"/>
        </a:p>
      </dgm:t>
    </dgm:pt>
    <dgm:pt modelId="{30AC0B21-66E2-4486-8E9D-FC872FF9791D}" type="pres">
      <dgm:prSet presAssocID="{82B7874D-9E37-4CE3-8828-594AD898F5CF}" presName="theList" presStyleCnt="0">
        <dgm:presLayoutVars>
          <dgm:dir/>
          <dgm:animLvl val="lvl"/>
          <dgm:resizeHandles val="exact"/>
        </dgm:presLayoutVars>
      </dgm:prSet>
      <dgm:spPr/>
    </dgm:pt>
    <dgm:pt modelId="{C8CC04AC-70A6-487E-82F6-1B402B25C111}" type="pres">
      <dgm:prSet presAssocID="{FD57A578-90C0-4F3B-BCBC-9D1ADC7CBD5B}" presName="compNode" presStyleCnt="0"/>
      <dgm:spPr/>
    </dgm:pt>
    <dgm:pt modelId="{FEC3FB5A-69C6-431C-96C1-5422858F0E0D}" type="pres">
      <dgm:prSet presAssocID="{FD57A578-90C0-4F3B-BCBC-9D1ADC7CBD5B}" presName="noGeometry" presStyleCnt="0"/>
      <dgm:spPr/>
    </dgm:pt>
    <dgm:pt modelId="{9659E34C-014E-4E05-899E-B11E2A997F7E}" type="pres">
      <dgm:prSet presAssocID="{FD57A578-90C0-4F3B-BCBC-9D1ADC7CBD5B}" presName="childTextVisible" presStyleLbl="bgAccFollowNode1" presStyleIdx="0" presStyleCnt="4">
        <dgm:presLayoutVars>
          <dgm:bulletEnabled val="1"/>
        </dgm:presLayoutVars>
      </dgm:prSet>
      <dgm:spPr/>
    </dgm:pt>
    <dgm:pt modelId="{91C13853-6155-4E21-93BE-5585D9F23B2C}" type="pres">
      <dgm:prSet presAssocID="{FD57A578-90C0-4F3B-BCBC-9D1ADC7CBD5B}" presName="childTextHidden" presStyleLbl="bgAccFollowNode1" presStyleIdx="0" presStyleCnt="4"/>
      <dgm:spPr/>
    </dgm:pt>
    <dgm:pt modelId="{2878E946-785C-4CE2-9A7B-9D90A25A8B03}" type="pres">
      <dgm:prSet presAssocID="{FD57A578-90C0-4F3B-BCBC-9D1ADC7CBD5B}" presName="parentText" presStyleLbl="node1" presStyleIdx="0" presStyleCnt="4">
        <dgm:presLayoutVars>
          <dgm:chMax val="1"/>
          <dgm:bulletEnabled val="1"/>
        </dgm:presLayoutVars>
      </dgm:prSet>
      <dgm:spPr/>
    </dgm:pt>
    <dgm:pt modelId="{2F159059-B845-405C-80FC-A3DD9CB76822}" type="pres">
      <dgm:prSet presAssocID="{FD57A578-90C0-4F3B-BCBC-9D1ADC7CBD5B}" presName="aSpace" presStyleCnt="0"/>
      <dgm:spPr/>
    </dgm:pt>
    <dgm:pt modelId="{77F89179-C5E4-4BB2-9EE1-04115A13833D}" type="pres">
      <dgm:prSet presAssocID="{4A563F67-9203-4CFC-884F-B35B80BB9562}" presName="compNode" presStyleCnt="0"/>
      <dgm:spPr/>
    </dgm:pt>
    <dgm:pt modelId="{D93815C1-8488-4344-BF8B-E5FA1853A6BE}" type="pres">
      <dgm:prSet presAssocID="{4A563F67-9203-4CFC-884F-B35B80BB9562}" presName="noGeometry" presStyleCnt="0"/>
      <dgm:spPr/>
    </dgm:pt>
    <dgm:pt modelId="{B57AC32F-04F6-4557-9B28-47EBFB8A7258}" type="pres">
      <dgm:prSet presAssocID="{4A563F67-9203-4CFC-884F-B35B80BB9562}" presName="childTextVisible" presStyleLbl="bgAccFollowNode1" presStyleIdx="1" presStyleCnt="4">
        <dgm:presLayoutVars>
          <dgm:bulletEnabled val="1"/>
        </dgm:presLayoutVars>
      </dgm:prSet>
      <dgm:spPr/>
    </dgm:pt>
    <dgm:pt modelId="{51B462FD-6A2D-43F8-B8AA-FCF0DD3F382C}" type="pres">
      <dgm:prSet presAssocID="{4A563F67-9203-4CFC-884F-B35B80BB9562}" presName="childTextHidden" presStyleLbl="bgAccFollowNode1" presStyleIdx="1" presStyleCnt="4"/>
      <dgm:spPr/>
    </dgm:pt>
    <dgm:pt modelId="{2222C918-E6F6-465A-B76A-2D94259CF0DF}" type="pres">
      <dgm:prSet presAssocID="{4A563F67-9203-4CFC-884F-B35B80BB9562}" presName="parentText" presStyleLbl="node1" presStyleIdx="1" presStyleCnt="4">
        <dgm:presLayoutVars>
          <dgm:chMax val="1"/>
          <dgm:bulletEnabled val="1"/>
        </dgm:presLayoutVars>
      </dgm:prSet>
      <dgm:spPr/>
    </dgm:pt>
    <dgm:pt modelId="{A1F0577E-A6F9-4E52-835A-8B279C6737FD}" type="pres">
      <dgm:prSet presAssocID="{4A563F67-9203-4CFC-884F-B35B80BB9562}" presName="aSpace" presStyleCnt="0"/>
      <dgm:spPr/>
    </dgm:pt>
    <dgm:pt modelId="{F0C2F6D3-02E2-4FF9-8672-951BC20349CF}" type="pres">
      <dgm:prSet presAssocID="{0C5F9779-B9A6-40F4-BC7D-7CDFA01D0495}" presName="compNode" presStyleCnt="0"/>
      <dgm:spPr/>
    </dgm:pt>
    <dgm:pt modelId="{FE9FD98B-E4A6-42A3-98DC-EAC84A65BEEB}" type="pres">
      <dgm:prSet presAssocID="{0C5F9779-B9A6-40F4-BC7D-7CDFA01D0495}" presName="noGeometry" presStyleCnt="0"/>
      <dgm:spPr/>
    </dgm:pt>
    <dgm:pt modelId="{AC231F00-2DA0-4E04-9F01-8B922C4FB8EB}" type="pres">
      <dgm:prSet presAssocID="{0C5F9779-B9A6-40F4-BC7D-7CDFA01D0495}" presName="childTextVisible" presStyleLbl="bgAccFollowNode1" presStyleIdx="2" presStyleCnt="4">
        <dgm:presLayoutVars>
          <dgm:bulletEnabled val="1"/>
        </dgm:presLayoutVars>
      </dgm:prSet>
      <dgm:spPr/>
    </dgm:pt>
    <dgm:pt modelId="{9C9D14A7-A11E-4D4F-BAC3-31CF8C980BC4}" type="pres">
      <dgm:prSet presAssocID="{0C5F9779-B9A6-40F4-BC7D-7CDFA01D0495}" presName="childTextHidden" presStyleLbl="bgAccFollowNode1" presStyleIdx="2" presStyleCnt="4"/>
      <dgm:spPr/>
    </dgm:pt>
    <dgm:pt modelId="{787B77B4-FA4D-46B7-9BD2-D48DA2F344F1}" type="pres">
      <dgm:prSet presAssocID="{0C5F9779-B9A6-40F4-BC7D-7CDFA01D0495}" presName="parentText" presStyleLbl="node1" presStyleIdx="2" presStyleCnt="4">
        <dgm:presLayoutVars>
          <dgm:chMax val="1"/>
          <dgm:bulletEnabled val="1"/>
        </dgm:presLayoutVars>
      </dgm:prSet>
      <dgm:spPr/>
    </dgm:pt>
    <dgm:pt modelId="{CDCBAA26-2AF4-4B22-9362-E6AC06153049}" type="pres">
      <dgm:prSet presAssocID="{0C5F9779-B9A6-40F4-BC7D-7CDFA01D0495}" presName="aSpace" presStyleCnt="0"/>
      <dgm:spPr/>
    </dgm:pt>
    <dgm:pt modelId="{AE78EFD4-E0ED-4E63-9E70-E43E9964555A}" type="pres">
      <dgm:prSet presAssocID="{520134A7-0FFB-4D92-BE2A-695210CB689D}" presName="compNode" presStyleCnt="0"/>
      <dgm:spPr/>
    </dgm:pt>
    <dgm:pt modelId="{C1C9940F-9F79-4338-9539-E46BA4C4E877}" type="pres">
      <dgm:prSet presAssocID="{520134A7-0FFB-4D92-BE2A-695210CB689D}" presName="noGeometry" presStyleCnt="0"/>
      <dgm:spPr/>
    </dgm:pt>
    <dgm:pt modelId="{BA691BD7-0B2E-491B-BF6E-B2EF993E279C}" type="pres">
      <dgm:prSet presAssocID="{520134A7-0FFB-4D92-BE2A-695210CB689D}" presName="childTextVisible" presStyleLbl="bgAccFollowNode1" presStyleIdx="3" presStyleCnt="4">
        <dgm:presLayoutVars>
          <dgm:bulletEnabled val="1"/>
        </dgm:presLayoutVars>
      </dgm:prSet>
      <dgm:spPr/>
    </dgm:pt>
    <dgm:pt modelId="{31716BC5-9859-4616-AD20-817238C74963}" type="pres">
      <dgm:prSet presAssocID="{520134A7-0FFB-4D92-BE2A-695210CB689D}" presName="childTextHidden" presStyleLbl="bgAccFollowNode1" presStyleIdx="3" presStyleCnt="4"/>
      <dgm:spPr/>
    </dgm:pt>
    <dgm:pt modelId="{68391720-4408-4595-A0AD-FE441A1E3937}" type="pres">
      <dgm:prSet presAssocID="{520134A7-0FFB-4D92-BE2A-695210CB689D}" presName="parentText" presStyleLbl="node1" presStyleIdx="3" presStyleCnt="4">
        <dgm:presLayoutVars>
          <dgm:chMax val="1"/>
          <dgm:bulletEnabled val="1"/>
        </dgm:presLayoutVars>
      </dgm:prSet>
      <dgm:spPr/>
    </dgm:pt>
  </dgm:ptLst>
  <dgm:cxnLst>
    <dgm:cxn modelId="{2F1AFD08-5E90-4225-A784-09F58307A234}" type="presOf" srcId="{1EB09A3A-5B05-4277-B7F1-3D192C5F63A8}" destId="{51B462FD-6A2D-43F8-B8AA-FCF0DD3F382C}" srcOrd="1" destOrd="1" presId="urn:microsoft.com/office/officeart/2005/8/layout/hProcess6"/>
    <dgm:cxn modelId="{B9DE8909-77E0-4FA7-A797-D523C2610DE2}" type="presOf" srcId="{4CC82033-3B1E-4AE5-B34E-60FBAE93B632}" destId="{9C9D14A7-A11E-4D4F-BAC3-31CF8C980BC4}" srcOrd="1" destOrd="1" presId="urn:microsoft.com/office/officeart/2005/8/layout/hProcess6"/>
    <dgm:cxn modelId="{66B6271E-50E4-4975-A8A3-0403D1E29A0D}" type="presOf" srcId="{0C5F9779-B9A6-40F4-BC7D-7CDFA01D0495}" destId="{787B77B4-FA4D-46B7-9BD2-D48DA2F344F1}" srcOrd="0" destOrd="0" presId="urn:microsoft.com/office/officeart/2005/8/layout/hProcess6"/>
    <dgm:cxn modelId="{CD209D1F-B722-46A3-887C-FFA9A0746C4C}" srcId="{4A563F67-9203-4CFC-884F-B35B80BB9562}" destId="{1EB09A3A-5B05-4277-B7F1-3D192C5F63A8}" srcOrd="1" destOrd="0" parTransId="{2CEA9166-F86F-41F9-AD36-821866F7C20D}" sibTransId="{73731C78-D863-4CD5-823F-8244B21B52DB}"/>
    <dgm:cxn modelId="{AB48C225-5835-46CE-9B5A-FC5A47D19A2C}" type="presOf" srcId="{913BD10D-747A-4DDF-AB66-D5AA2C59F2D9}" destId="{AC231F00-2DA0-4E04-9F01-8B922C4FB8EB}" srcOrd="0" destOrd="0" presId="urn:microsoft.com/office/officeart/2005/8/layout/hProcess6"/>
    <dgm:cxn modelId="{603D4626-1D68-48FE-BD8C-BA05819E0F36}" type="presOf" srcId="{EF46479C-488B-47B8-9B30-FE5827B80FF3}" destId="{B57AC32F-04F6-4557-9B28-47EBFB8A7258}" srcOrd="0" destOrd="0" presId="urn:microsoft.com/office/officeart/2005/8/layout/hProcess6"/>
    <dgm:cxn modelId="{95A45927-7198-43D3-894E-F225DD35A2AD}" srcId="{FD57A578-90C0-4F3B-BCBC-9D1ADC7CBD5B}" destId="{DE7CA0C9-07FF-46D6-B635-EBF35E30530F}" srcOrd="0" destOrd="0" parTransId="{7A5824F7-5AEB-418D-A9E9-53D3122AED99}" sibTransId="{E76932AB-C58E-41BA-980F-DCB78AF0380E}"/>
    <dgm:cxn modelId="{43BCEA29-87D5-4BDC-A016-9440105AEA21}" type="presOf" srcId="{1EB09A3A-5B05-4277-B7F1-3D192C5F63A8}" destId="{B57AC32F-04F6-4557-9B28-47EBFB8A7258}" srcOrd="0" destOrd="1" presId="urn:microsoft.com/office/officeart/2005/8/layout/hProcess6"/>
    <dgm:cxn modelId="{9CD33E33-F4D1-44E8-B894-2F6DF8BEB002}" type="presOf" srcId="{EF46479C-488B-47B8-9B30-FE5827B80FF3}" destId="{51B462FD-6A2D-43F8-B8AA-FCF0DD3F382C}" srcOrd="1" destOrd="0" presId="urn:microsoft.com/office/officeart/2005/8/layout/hProcess6"/>
    <dgm:cxn modelId="{17999F5E-E59F-4BF7-911F-3E48A997DD7C}" srcId="{82B7874D-9E37-4CE3-8828-594AD898F5CF}" destId="{520134A7-0FFB-4D92-BE2A-695210CB689D}" srcOrd="3" destOrd="0" parTransId="{2182CDA9-FD90-4AF0-91C4-DB684BC71FD1}" sibTransId="{2A22AA69-E2F8-4E2C-838B-5ED2F98AA80C}"/>
    <dgm:cxn modelId="{0107E560-898E-4096-BB25-BCE7B1642067}" type="presOf" srcId="{FD57A578-90C0-4F3B-BCBC-9D1ADC7CBD5B}" destId="{2878E946-785C-4CE2-9A7B-9D90A25A8B03}" srcOrd="0" destOrd="0" presId="urn:microsoft.com/office/officeart/2005/8/layout/hProcess6"/>
    <dgm:cxn modelId="{770B6246-0B43-42AB-A0D6-58F7FA047A34}" srcId="{4A563F67-9203-4CFC-884F-B35B80BB9562}" destId="{EF46479C-488B-47B8-9B30-FE5827B80FF3}" srcOrd="0" destOrd="0" parTransId="{ED1F9E86-A791-4D95-BD0F-DCE69726C23A}" sibTransId="{162FDFC9-F12F-4509-8234-94AA8C8F2109}"/>
    <dgm:cxn modelId="{57CCBB67-0592-4E21-B654-E9712A62C91D}" srcId="{82B7874D-9E37-4CE3-8828-594AD898F5CF}" destId="{FD57A578-90C0-4F3B-BCBC-9D1ADC7CBD5B}" srcOrd="0" destOrd="0" parTransId="{FE589BA0-A86E-4A08-A4FC-CF50BE036805}" sibTransId="{FAB6C6B4-6A06-449D-B6E7-C33E9A778528}"/>
    <dgm:cxn modelId="{FC3A2749-265F-48BB-8286-2A33E2187176}" srcId="{FD57A578-90C0-4F3B-BCBC-9D1ADC7CBD5B}" destId="{1E3589DB-895F-4C73-A612-4E7B4BDF34E0}" srcOrd="1" destOrd="0" parTransId="{D3EFA1E1-B7C1-4612-B2E1-503DF3BEE957}" sibTransId="{C2FFCF98-18B8-42C0-8317-51157E9C75B6}"/>
    <dgm:cxn modelId="{85D7CC50-7ECC-4990-8DA6-EF43F506ED05}" type="presOf" srcId="{E3AF6A8D-B142-4901-900D-6CB33BC20149}" destId="{31716BC5-9859-4616-AD20-817238C74963}" srcOrd="1" destOrd="0" presId="urn:microsoft.com/office/officeart/2005/8/layout/hProcess6"/>
    <dgm:cxn modelId="{73213B7F-6B38-4862-A779-9B9F57765263}" srcId="{0C5F9779-B9A6-40F4-BC7D-7CDFA01D0495}" destId="{4CC82033-3B1E-4AE5-B34E-60FBAE93B632}" srcOrd="1" destOrd="0" parTransId="{86AA7A8E-CF2C-40ED-A5F5-3DB6CCC2A0FA}" sibTransId="{0B015DA9-592A-45DC-8326-0A5CB51A74CD}"/>
    <dgm:cxn modelId="{F939D983-A71A-41ED-B398-D2F7202304D5}" srcId="{0C5F9779-B9A6-40F4-BC7D-7CDFA01D0495}" destId="{913BD10D-747A-4DDF-AB66-D5AA2C59F2D9}" srcOrd="0" destOrd="0" parTransId="{06D63F4F-49F4-4D87-9CB4-EE34BFC67030}" sibTransId="{D4C38017-61D6-4642-A7FA-0454A1EDF910}"/>
    <dgm:cxn modelId="{F79AFE98-4042-46B5-8937-D13CBABFB22D}" type="presOf" srcId="{1E3589DB-895F-4C73-A612-4E7B4BDF34E0}" destId="{91C13853-6155-4E21-93BE-5585D9F23B2C}" srcOrd="1" destOrd="1" presId="urn:microsoft.com/office/officeart/2005/8/layout/hProcess6"/>
    <dgm:cxn modelId="{DFBDB5A1-097F-49C2-A7E6-DF4EC20E313B}" type="presOf" srcId="{4CC82033-3B1E-4AE5-B34E-60FBAE93B632}" destId="{AC231F00-2DA0-4E04-9F01-8B922C4FB8EB}" srcOrd="0" destOrd="1" presId="urn:microsoft.com/office/officeart/2005/8/layout/hProcess6"/>
    <dgm:cxn modelId="{CBA3BDA6-38FE-4F69-AE86-11240606CE7B}" type="presOf" srcId="{DE7CA0C9-07FF-46D6-B635-EBF35E30530F}" destId="{9659E34C-014E-4E05-899E-B11E2A997F7E}" srcOrd="0" destOrd="0" presId="urn:microsoft.com/office/officeart/2005/8/layout/hProcess6"/>
    <dgm:cxn modelId="{0E357CA8-7A8E-43B3-92DF-1B16BE1F040A}" srcId="{520134A7-0FFB-4D92-BE2A-695210CB689D}" destId="{E3AF6A8D-B142-4901-900D-6CB33BC20149}" srcOrd="0" destOrd="0" parTransId="{BB43A68B-777B-41A5-AA0D-C21EA3E536A7}" sibTransId="{8F47D564-9C7F-431A-9677-2146DD4D5FB1}"/>
    <dgm:cxn modelId="{0FB935B3-3699-4C4D-BAB3-8CD2EFAF1695}" type="presOf" srcId="{82B7874D-9E37-4CE3-8828-594AD898F5CF}" destId="{30AC0B21-66E2-4486-8E9D-FC872FF9791D}" srcOrd="0" destOrd="0" presId="urn:microsoft.com/office/officeart/2005/8/layout/hProcess6"/>
    <dgm:cxn modelId="{36553FB6-24CB-4C8C-85A8-9245C4DEEE33}" type="presOf" srcId="{520134A7-0FFB-4D92-BE2A-695210CB689D}" destId="{68391720-4408-4595-A0AD-FE441A1E3937}" srcOrd="0" destOrd="0" presId="urn:microsoft.com/office/officeart/2005/8/layout/hProcess6"/>
    <dgm:cxn modelId="{64B45CBE-70C8-4B85-B89B-C02D867AA782}" srcId="{82B7874D-9E37-4CE3-8828-594AD898F5CF}" destId="{0C5F9779-B9A6-40F4-BC7D-7CDFA01D0495}" srcOrd="2" destOrd="0" parTransId="{C0124B2D-DFE2-40A5-BD86-C64417F59210}" sibTransId="{8263CA6D-F1A5-44D8-A89B-42EE252F623B}"/>
    <dgm:cxn modelId="{A6DFB8CA-FD2B-423C-A099-F85C4B641911}" type="presOf" srcId="{E3AF6A8D-B142-4901-900D-6CB33BC20149}" destId="{BA691BD7-0B2E-491B-BF6E-B2EF993E279C}" srcOrd="0" destOrd="0" presId="urn:microsoft.com/office/officeart/2005/8/layout/hProcess6"/>
    <dgm:cxn modelId="{A1ECF8D1-30E9-4119-8160-86BAC709770D}" type="presOf" srcId="{DE7CA0C9-07FF-46D6-B635-EBF35E30530F}" destId="{91C13853-6155-4E21-93BE-5585D9F23B2C}" srcOrd="1" destOrd="0" presId="urn:microsoft.com/office/officeart/2005/8/layout/hProcess6"/>
    <dgm:cxn modelId="{ECDFFFD3-8A2A-4B9C-844F-C82C8CA1A99F}" type="presOf" srcId="{4A563F67-9203-4CFC-884F-B35B80BB9562}" destId="{2222C918-E6F6-465A-B76A-2D94259CF0DF}" srcOrd="0" destOrd="0" presId="urn:microsoft.com/office/officeart/2005/8/layout/hProcess6"/>
    <dgm:cxn modelId="{3C54C7DC-CFA8-4387-8810-378801F0D354}" type="presOf" srcId="{1E3589DB-895F-4C73-A612-4E7B4BDF34E0}" destId="{9659E34C-014E-4E05-899E-B11E2A997F7E}" srcOrd="0" destOrd="1" presId="urn:microsoft.com/office/officeart/2005/8/layout/hProcess6"/>
    <dgm:cxn modelId="{8E132CE0-2DC7-4B15-A028-CEAC18988C80}" type="presOf" srcId="{913BD10D-747A-4DDF-AB66-D5AA2C59F2D9}" destId="{9C9D14A7-A11E-4D4F-BAC3-31CF8C980BC4}" srcOrd="1" destOrd="0" presId="urn:microsoft.com/office/officeart/2005/8/layout/hProcess6"/>
    <dgm:cxn modelId="{402FEAED-68BC-49F3-9BAA-945BD783A250}" srcId="{82B7874D-9E37-4CE3-8828-594AD898F5CF}" destId="{4A563F67-9203-4CFC-884F-B35B80BB9562}" srcOrd="1" destOrd="0" parTransId="{DBA1F6F7-7964-4D73-9C1B-CA12BBABE492}" sibTransId="{7756EFCF-2627-48AC-B622-C1DA745BE97E}"/>
    <dgm:cxn modelId="{C4026794-1CCB-4AD2-9664-A56687E2416C}" type="presParOf" srcId="{30AC0B21-66E2-4486-8E9D-FC872FF9791D}" destId="{C8CC04AC-70A6-487E-82F6-1B402B25C111}" srcOrd="0" destOrd="0" presId="urn:microsoft.com/office/officeart/2005/8/layout/hProcess6"/>
    <dgm:cxn modelId="{881DD29D-F4C9-4CD4-9F76-164F089C265B}" type="presParOf" srcId="{C8CC04AC-70A6-487E-82F6-1B402B25C111}" destId="{FEC3FB5A-69C6-431C-96C1-5422858F0E0D}" srcOrd="0" destOrd="0" presId="urn:microsoft.com/office/officeart/2005/8/layout/hProcess6"/>
    <dgm:cxn modelId="{1DD74BC4-71FD-473C-A7A0-58943F2FFF99}" type="presParOf" srcId="{C8CC04AC-70A6-487E-82F6-1B402B25C111}" destId="{9659E34C-014E-4E05-899E-B11E2A997F7E}" srcOrd="1" destOrd="0" presId="urn:microsoft.com/office/officeart/2005/8/layout/hProcess6"/>
    <dgm:cxn modelId="{B843936E-0671-4520-8C6E-97AAC39A63C0}" type="presParOf" srcId="{C8CC04AC-70A6-487E-82F6-1B402B25C111}" destId="{91C13853-6155-4E21-93BE-5585D9F23B2C}" srcOrd="2" destOrd="0" presId="urn:microsoft.com/office/officeart/2005/8/layout/hProcess6"/>
    <dgm:cxn modelId="{843541F5-F0BE-4BBC-8C87-A9381FC3A659}" type="presParOf" srcId="{C8CC04AC-70A6-487E-82F6-1B402B25C111}" destId="{2878E946-785C-4CE2-9A7B-9D90A25A8B03}" srcOrd="3" destOrd="0" presId="urn:microsoft.com/office/officeart/2005/8/layout/hProcess6"/>
    <dgm:cxn modelId="{F3C63E59-7789-4D7D-8184-DF71CFB2898B}" type="presParOf" srcId="{30AC0B21-66E2-4486-8E9D-FC872FF9791D}" destId="{2F159059-B845-405C-80FC-A3DD9CB76822}" srcOrd="1" destOrd="0" presId="urn:microsoft.com/office/officeart/2005/8/layout/hProcess6"/>
    <dgm:cxn modelId="{C005C343-6DA9-4708-9055-E9F7CC3B14D4}" type="presParOf" srcId="{30AC0B21-66E2-4486-8E9D-FC872FF9791D}" destId="{77F89179-C5E4-4BB2-9EE1-04115A13833D}" srcOrd="2" destOrd="0" presId="urn:microsoft.com/office/officeart/2005/8/layout/hProcess6"/>
    <dgm:cxn modelId="{0AA020E5-B40F-4D5A-93BB-435826E14DAA}" type="presParOf" srcId="{77F89179-C5E4-4BB2-9EE1-04115A13833D}" destId="{D93815C1-8488-4344-BF8B-E5FA1853A6BE}" srcOrd="0" destOrd="0" presId="urn:microsoft.com/office/officeart/2005/8/layout/hProcess6"/>
    <dgm:cxn modelId="{A4EB5C7E-C517-4093-9CCB-64734FF400C9}" type="presParOf" srcId="{77F89179-C5E4-4BB2-9EE1-04115A13833D}" destId="{B57AC32F-04F6-4557-9B28-47EBFB8A7258}" srcOrd="1" destOrd="0" presId="urn:microsoft.com/office/officeart/2005/8/layout/hProcess6"/>
    <dgm:cxn modelId="{BB8C71EF-575B-4BBB-AFAA-1EDACEE92910}" type="presParOf" srcId="{77F89179-C5E4-4BB2-9EE1-04115A13833D}" destId="{51B462FD-6A2D-43F8-B8AA-FCF0DD3F382C}" srcOrd="2" destOrd="0" presId="urn:microsoft.com/office/officeart/2005/8/layout/hProcess6"/>
    <dgm:cxn modelId="{941A62C3-93CE-4ED8-AF13-2A0ABE38EEE8}" type="presParOf" srcId="{77F89179-C5E4-4BB2-9EE1-04115A13833D}" destId="{2222C918-E6F6-465A-B76A-2D94259CF0DF}" srcOrd="3" destOrd="0" presId="urn:microsoft.com/office/officeart/2005/8/layout/hProcess6"/>
    <dgm:cxn modelId="{F3012CB1-D917-4907-9AD7-A65F67083EA0}" type="presParOf" srcId="{30AC0B21-66E2-4486-8E9D-FC872FF9791D}" destId="{A1F0577E-A6F9-4E52-835A-8B279C6737FD}" srcOrd="3" destOrd="0" presId="urn:microsoft.com/office/officeart/2005/8/layout/hProcess6"/>
    <dgm:cxn modelId="{C4FB8DD5-4452-47C6-AF49-77358BDC2A2C}" type="presParOf" srcId="{30AC0B21-66E2-4486-8E9D-FC872FF9791D}" destId="{F0C2F6D3-02E2-4FF9-8672-951BC20349CF}" srcOrd="4" destOrd="0" presId="urn:microsoft.com/office/officeart/2005/8/layout/hProcess6"/>
    <dgm:cxn modelId="{446D5799-2AB9-4AB7-A603-38C0AAF2A8A3}" type="presParOf" srcId="{F0C2F6D3-02E2-4FF9-8672-951BC20349CF}" destId="{FE9FD98B-E4A6-42A3-98DC-EAC84A65BEEB}" srcOrd="0" destOrd="0" presId="urn:microsoft.com/office/officeart/2005/8/layout/hProcess6"/>
    <dgm:cxn modelId="{F1D90962-62D6-48F8-A955-6E26E561ABC0}" type="presParOf" srcId="{F0C2F6D3-02E2-4FF9-8672-951BC20349CF}" destId="{AC231F00-2DA0-4E04-9F01-8B922C4FB8EB}" srcOrd="1" destOrd="0" presId="urn:microsoft.com/office/officeart/2005/8/layout/hProcess6"/>
    <dgm:cxn modelId="{47695474-AD6C-4F8C-A4BA-55050456D6B8}" type="presParOf" srcId="{F0C2F6D3-02E2-4FF9-8672-951BC20349CF}" destId="{9C9D14A7-A11E-4D4F-BAC3-31CF8C980BC4}" srcOrd="2" destOrd="0" presId="urn:microsoft.com/office/officeart/2005/8/layout/hProcess6"/>
    <dgm:cxn modelId="{ACCF9B90-22F1-4956-B112-83E71876B617}" type="presParOf" srcId="{F0C2F6D3-02E2-4FF9-8672-951BC20349CF}" destId="{787B77B4-FA4D-46B7-9BD2-D48DA2F344F1}" srcOrd="3" destOrd="0" presId="urn:microsoft.com/office/officeart/2005/8/layout/hProcess6"/>
    <dgm:cxn modelId="{E78E7CFE-3A89-43A2-AEED-DE5BB23C9BC3}" type="presParOf" srcId="{30AC0B21-66E2-4486-8E9D-FC872FF9791D}" destId="{CDCBAA26-2AF4-4B22-9362-E6AC06153049}" srcOrd="5" destOrd="0" presId="urn:microsoft.com/office/officeart/2005/8/layout/hProcess6"/>
    <dgm:cxn modelId="{F7A72CC3-4100-46D1-BEB3-B3761B2A9D23}" type="presParOf" srcId="{30AC0B21-66E2-4486-8E9D-FC872FF9791D}" destId="{AE78EFD4-E0ED-4E63-9E70-E43E9964555A}" srcOrd="6" destOrd="0" presId="urn:microsoft.com/office/officeart/2005/8/layout/hProcess6"/>
    <dgm:cxn modelId="{584FCF86-2B85-4F2F-B315-74D293B0F5B9}" type="presParOf" srcId="{AE78EFD4-E0ED-4E63-9E70-E43E9964555A}" destId="{C1C9940F-9F79-4338-9539-E46BA4C4E877}" srcOrd="0" destOrd="0" presId="urn:microsoft.com/office/officeart/2005/8/layout/hProcess6"/>
    <dgm:cxn modelId="{1D4BE041-7576-4998-917B-C99385D7880B}" type="presParOf" srcId="{AE78EFD4-E0ED-4E63-9E70-E43E9964555A}" destId="{BA691BD7-0B2E-491B-BF6E-B2EF993E279C}" srcOrd="1" destOrd="0" presId="urn:microsoft.com/office/officeart/2005/8/layout/hProcess6"/>
    <dgm:cxn modelId="{C2684FE7-EF21-4124-9A5E-65AFFA438A5E}" type="presParOf" srcId="{AE78EFD4-E0ED-4E63-9E70-E43E9964555A}" destId="{31716BC5-9859-4616-AD20-817238C74963}" srcOrd="2" destOrd="0" presId="urn:microsoft.com/office/officeart/2005/8/layout/hProcess6"/>
    <dgm:cxn modelId="{DA874351-0997-45B8-B5F4-57DBE34350BC}" type="presParOf" srcId="{AE78EFD4-E0ED-4E63-9E70-E43E9964555A}" destId="{68391720-4408-4595-A0AD-FE441A1E3937}" srcOrd="3" destOrd="0" presId="urn:microsoft.com/office/officeart/2005/8/layout/hProcess6"/>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59E34C-014E-4E05-899E-B11E2A997F7E}">
      <dsp:nvSpPr>
        <dsp:cNvPr id="0" name=""/>
        <dsp:cNvSpPr/>
      </dsp:nvSpPr>
      <dsp:spPr>
        <a:xfrm>
          <a:off x="1351717" y="1674700"/>
          <a:ext cx="5351240" cy="4677657"/>
        </a:xfrm>
        <a:prstGeom prst="rightArrow">
          <a:avLst>
            <a:gd name="adj1" fmla="val 70000"/>
            <a:gd name="adj2" fmla="val 50000"/>
          </a:avLst>
        </a:prstGeom>
        <a:solidFill>
          <a:schemeClr val="accent5">
            <a:tint val="40000"/>
            <a:alpha val="90000"/>
            <a:hueOff val="0"/>
            <a:satOff val="0"/>
            <a:lumOff val="0"/>
            <a:alphaOff val="0"/>
          </a:schemeClr>
        </a:solidFill>
        <a:ln w="25400" cap="flat" cmpd="sng" algn="ctr">
          <a:solidFill>
            <a:schemeClr val="tx1">
              <a:alpha val="9000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8740" tIns="19685" rIns="39370"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Historical temp data incorporated from om</a:t>
          </a:r>
        </a:p>
        <a:p>
          <a:pPr marL="285750" lvl="1" indent="-285750" algn="l" defTabSz="1377950">
            <a:lnSpc>
              <a:spcPct val="90000"/>
            </a:lnSpc>
            <a:spcBef>
              <a:spcPct val="0"/>
            </a:spcBef>
            <a:spcAft>
              <a:spcPct val="15000"/>
            </a:spcAft>
            <a:buChar char="•"/>
          </a:pPr>
          <a:r>
            <a:rPr lang="en-US" sz="3100" kern="1200" dirty="0"/>
            <a:t>EM projects 2022-2025</a:t>
          </a:r>
        </a:p>
      </dsp:txBody>
      <dsp:txXfrm>
        <a:off x="2689527" y="2376349"/>
        <a:ext cx="2608730" cy="3274359"/>
      </dsp:txXfrm>
    </dsp:sp>
    <dsp:sp modelId="{2878E946-785C-4CE2-9A7B-9D90A25A8B03}">
      <dsp:nvSpPr>
        <dsp:cNvPr id="0" name=""/>
        <dsp:cNvSpPr/>
      </dsp:nvSpPr>
      <dsp:spPr>
        <a:xfrm>
          <a:off x="13907" y="2675718"/>
          <a:ext cx="2675620" cy="2675620"/>
        </a:xfrm>
        <a:prstGeom prst="ellipse">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275" tIns="41275" rIns="41275" bIns="41275" numCol="1" spcCol="1270" anchor="ctr" anchorCtr="0">
          <a:noAutofit/>
        </a:bodyPr>
        <a:lstStyle/>
        <a:p>
          <a:pPr marL="0" lvl="0" indent="0" algn="ctr" defTabSz="2889250">
            <a:lnSpc>
              <a:spcPct val="90000"/>
            </a:lnSpc>
            <a:spcBef>
              <a:spcPct val="0"/>
            </a:spcBef>
            <a:spcAft>
              <a:spcPct val="35000"/>
            </a:spcAft>
            <a:buNone/>
          </a:pPr>
          <a:r>
            <a:rPr lang="en-US" sz="6500" kern="1200" dirty="0"/>
            <a:t>MSE 0</a:t>
          </a:r>
        </a:p>
      </dsp:txBody>
      <dsp:txXfrm>
        <a:off x="405742" y="3067553"/>
        <a:ext cx="1891950" cy="1891950"/>
      </dsp:txXfrm>
    </dsp:sp>
    <dsp:sp modelId="{B57AC32F-04F6-4557-9B28-47EBFB8A7258}">
      <dsp:nvSpPr>
        <dsp:cNvPr id="0" name=""/>
        <dsp:cNvSpPr/>
      </dsp:nvSpPr>
      <dsp:spPr>
        <a:xfrm>
          <a:off x="8375220" y="1674700"/>
          <a:ext cx="5351240" cy="4677657"/>
        </a:xfrm>
        <a:prstGeom prst="rightArrow">
          <a:avLst>
            <a:gd name="adj1" fmla="val 70000"/>
            <a:gd name="adj2" fmla="val 50000"/>
          </a:avLst>
        </a:prstGeom>
        <a:solidFill>
          <a:schemeClr val="accent5">
            <a:tint val="40000"/>
            <a:alpha val="90000"/>
            <a:hueOff val="-637670"/>
            <a:satOff val="7732"/>
            <a:lumOff val="-1770"/>
            <a:alphaOff val="0"/>
          </a:schemeClr>
        </a:solidFill>
        <a:ln w="25400" cap="flat" cmpd="sng" algn="ctr">
          <a:solidFill>
            <a:schemeClr val="tx1">
              <a:alpha val="9000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8740" tIns="19685" rIns="39370"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2022-2025 temp data incorporated from om</a:t>
          </a:r>
        </a:p>
        <a:p>
          <a:pPr marL="285750" lvl="1" indent="-285750" algn="l" defTabSz="1377950">
            <a:lnSpc>
              <a:spcPct val="90000"/>
            </a:lnSpc>
            <a:spcBef>
              <a:spcPct val="0"/>
            </a:spcBef>
            <a:spcAft>
              <a:spcPct val="15000"/>
            </a:spcAft>
            <a:buChar char="•"/>
          </a:pPr>
          <a:r>
            <a:rPr lang="en-US" sz="3100" kern="1200" dirty="0"/>
            <a:t>EM projects 2025-2028</a:t>
          </a:r>
        </a:p>
      </dsp:txBody>
      <dsp:txXfrm>
        <a:off x="9713030" y="2376349"/>
        <a:ext cx="2608730" cy="3274359"/>
      </dsp:txXfrm>
    </dsp:sp>
    <dsp:sp modelId="{2222C918-E6F6-465A-B76A-2D94259CF0DF}">
      <dsp:nvSpPr>
        <dsp:cNvPr id="0" name=""/>
        <dsp:cNvSpPr/>
      </dsp:nvSpPr>
      <dsp:spPr>
        <a:xfrm>
          <a:off x="7037410" y="2675718"/>
          <a:ext cx="2675620" cy="2675620"/>
        </a:xfrm>
        <a:prstGeom prst="ellipse">
          <a:avLst/>
        </a:prstGeom>
        <a:solidFill>
          <a:schemeClr val="accent5">
            <a:hueOff val="-879995"/>
            <a:satOff val="13492"/>
            <a:lumOff val="-12157"/>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275" tIns="41275" rIns="41275" bIns="41275" numCol="1" spcCol="1270" anchor="ctr" anchorCtr="0">
          <a:noAutofit/>
        </a:bodyPr>
        <a:lstStyle/>
        <a:p>
          <a:pPr marL="0" lvl="0" indent="0" algn="ctr" defTabSz="2889250">
            <a:lnSpc>
              <a:spcPct val="90000"/>
            </a:lnSpc>
            <a:spcBef>
              <a:spcPct val="0"/>
            </a:spcBef>
            <a:spcAft>
              <a:spcPct val="35000"/>
            </a:spcAft>
            <a:buNone/>
          </a:pPr>
          <a:r>
            <a:rPr lang="en-US" sz="6500" kern="1200" dirty="0"/>
            <a:t>MSE 1</a:t>
          </a:r>
        </a:p>
      </dsp:txBody>
      <dsp:txXfrm>
        <a:off x="7429245" y="3067553"/>
        <a:ext cx="1891950" cy="1891950"/>
      </dsp:txXfrm>
    </dsp:sp>
    <dsp:sp modelId="{AC231F00-2DA0-4E04-9F01-8B922C4FB8EB}">
      <dsp:nvSpPr>
        <dsp:cNvPr id="0" name=""/>
        <dsp:cNvSpPr/>
      </dsp:nvSpPr>
      <dsp:spPr>
        <a:xfrm>
          <a:off x="15398722" y="1674700"/>
          <a:ext cx="5351240" cy="4677657"/>
        </a:xfrm>
        <a:prstGeom prst="rightArrow">
          <a:avLst>
            <a:gd name="adj1" fmla="val 70000"/>
            <a:gd name="adj2" fmla="val 50000"/>
          </a:avLst>
        </a:prstGeom>
        <a:solidFill>
          <a:schemeClr val="accent5">
            <a:tint val="40000"/>
            <a:alpha val="90000"/>
            <a:hueOff val="-1275340"/>
            <a:satOff val="15463"/>
            <a:lumOff val="-3540"/>
            <a:alphaOff val="0"/>
          </a:schemeClr>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dsp:style>
      <dsp:txBody>
        <a:bodyPr spcFirstLastPara="0" vert="horz" wrap="square" lIns="78740" tIns="19685" rIns="39370"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2025-2028 temp data incorporated from om</a:t>
          </a:r>
        </a:p>
        <a:p>
          <a:pPr marL="285750" lvl="1" indent="-285750" algn="l" defTabSz="1377950">
            <a:lnSpc>
              <a:spcPct val="90000"/>
            </a:lnSpc>
            <a:spcBef>
              <a:spcPct val="0"/>
            </a:spcBef>
            <a:spcAft>
              <a:spcPct val="15000"/>
            </a:spcAft>
            <a:buChar char="•"/>
          </a:pPr>
          <a:r>
            <a:rPr lang="en-US" sz="3100" kern="1200" dirty="0"/>
            <a:t>EM projects 2028-2031 </a:t>
          </a:r>
        </a:p>
      </dsp:txBody>
      <dsp:txXfrm>
        <a:off x="16736532" y="2376349"/>
        <a:ext cx="2608730" cy="3274359"/>
      </dsp:txXfrm>
    </dsp:sp>
    <dsp:sp modelId="{787B77B4-FA4D-46B7-9BD2-D48DA2F344F1}">
      <dsp:nvSpPr>
        <dsp:cNvPr id="0" name=""/>
        <dsp:cNvSpPr/>
      </dsp:nvSpPr>
      <dsp:spPr>
        <a:xfrm>
          <a:off x="14060912" y="2675718"/>
          <a:ext cx="2675620" cy="2675620"/>
        </a:xfrm>
        <a:prstGeom prst="ellipse">
          <a:avLst/>
        </a:prstGeom>
        <a:solidFill>
          <a:schemeClr val="accent5">
            <a:hueOff val="-1759991"/>
            <a:satOff val="26985"/>
            <a:lumOff val="-2431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275" tIns="41275" rIns="41275" bIns="41275" numCol="1" spcCol="1270" anchor="ctr" anchorCtr="0">
          <a:noAutofit/>
        </a:bodyPr>
        <a:lstStyle/>
        <a:p>
          <a:pPr marL="0" lvl="0" indent="0" algn="ctr" defTabSz="2889250">
            <a:lnSpc>
              <a:spcPct val="90000"/>
            </a:lnSpc>
            <a:spcBef>
              <a:spcPct val="0"/>
            </a:spcBef>
            <a:spcAft>
              <a:spcPct val="35000"/>
            </a:spcAft>
            <a:buNone/>
          </a:pPr>
          <a:r>
            <a:rPr lang="en-US" sz="6500" kern="1200" dirty="0"/>
            <a:t>MSE 2</a:t>
          </a:r>
        </a:p>
      </dsp:txBody>
      <dsp:txXfrm>
        <a:off x="14452747" y="3067553"/>
        <a:ext cx="1891950" cy="1891950"/>
      </dsp:txXfrm>
    </dsp:sp>
    <dsp:sp modelId="{BA691BD7-0B2E-491B-BF6E-B2EF993E279C}">
      <dsp:nvSpPr>
        <dsp:cNvPr id="0" name=""/>
        <dsp:cNvSpPr/>
      </dsp:nvSpPr>
      <dsp:spPr>
        <a:xfrm>
          <a:off x="22422225" y="1674700"/>
          <a:ext cx="5351240" cy="4677657"/>
        </a:xfrm>
        <a:prstGeom prst="rightArrow">
          <a:avLst>
            <a:gd name="adj1" fmla="val 70000"/>
            <a:gd name="adj2" fmla="val 50000"/>
          </a:avLst>
        </a:prstGeom>
        <a:solidFill>
          <a:schemeClr val="accent5">
            <a:tint val="40000"/>
            <a:alpha val="90000"/>
            <a:hueOff val="-1913010"/>
            <a:satOff val="23195"/>
            <a:lumOff val="-5310"/>
            <a:alphaOff val="0"/>
          </a:schemeClr>
        </a:solidFill>
        <a:ln w="25400" cap="flat" cmpd="sng" algn="ctr">
          <a:solidFill>
            <a:schemeClr val="tx1">
              <a:alpha val="9000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8740" tIns="19685" rIns="39370" bIns="19685" numCol="1" spcCol="1270" anchor="ctr" anchorCtr="0">
          <a:noAutofit/>
        </a:bodyPr>
        <a:lstStyle/>
        <a:p>
          <a:pPr marL="0" lvl="0" indent="0" algn="ctr" defTabSz="1377950">
            <a:lnSpc>
              <a:spcPct val="90000"/>
            </a:lnSpc>
            <a:spcBef>
              <a:spcPct val="0"/>
            </a:spcBef>
            <a:spcAft>
              <a:spcPct val="35000"/>
            </a:spcAft>
            <a:buNone/>
          </a:pPr>
          <a:r>
            <a:rPr lang="en-US" sz="3100" kern="1200" dirty="0"/>
            <a:t>…</a:t>
          </a:r>
        </a:p>
        <a:p>
          <a:pPr marL="0" lvl="0" indent="0" algn="ctr" defTabSz="1377950">
            <a:lnSpc>
              <a:spcPct val="90000"/>
            </a:lnSpc>
            <a:spcBef>
              <a:spcPct val="0"/>
            </a:spcBef>
            <a:spcAft>
              <a:spcPct val="35000"/>
            </a:spcAft>
            <a:buNone/>
          </a:pPr>
          <a:endParaRPr lang="en-US" sz="3100" kern="1200" dirty="0"/>
        </a:p>
      </dsp:txBody>
      <dsp:txXfrm>
        <a:off x="23760035" y="2376349"/>
        <a:ext cx="2608730" cy="3274359"/>
      </dsp:txXfrm>
    </dsp:sp>
    <dsp:sp modelId="{68391720-4408-4595-A0AD-FE441A1E3937}">
      <dsp:nvSpPr>
        <dsp:cNvPr id="0" name=""/>
        <dsp:cNvSpPr/>
      </dsp:nvSpPr>
      <dsp:spPr>
        <a:xfrm>
          <a:off x="21084415" y="2675718"/>
          <a:ext cx="2675620" cy="2675620"/>
        </a:xfrm>
        <a:prstGeom prst="ellipse">
          <a:avLst/>
        </a:prstGeom>
        <a:solidFill>
          <a:schemeClr val="accent5">
            <a:hueOff val="-2639986"/>
            <a:satOff val="40477"/>
            <a:lumOff val="-3647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275" tIns="41275" rIns="41275" bIns="41275" numCol="1" spcCol="1270" anchor="ctr" anchorCtr="0">
          <a:noAutofit/>
        </a:bodyPr>
        <a:lstStyle/>
        <a:p>
          <a:pPr marL="0" lvl="0" indent="0" algn="ctr" defTabSz="2889250">
            <a:lnSpc>
              <a:spcPct val="90000"/>
            </a:lnSpc>
            <a:spcBef>
              <a:spcPct val="0"/>
            </a:spcBef>
            <a:spcAft>
              <a:spcPct val="35000"/>
            </a:spcAft>
            <a:buNone/>
          </a:pPr>
          <a:r>
            <a:rPr lang="en-US" sz="6500" kern="1200" dirty="0"/>
            <a:t>MSE cont.</a:t>
          </a:r>
        </a:p>
      </dsp:txBody>
      <dsp:txXfrm>
        <a:off x="21476250" y="3067553"/>
        <a:ext cx="1891950" cy="1891950"/>
      </dsp:txXfrm>
    </dsp:sp>
  </dsp:spTree>
</dsp:drawing>
</file>

<file path=ppt/diagrams/layout1.xml><?xml version="1.0" encoding="utf-8"?>
<dgm:layoutDef xmlns:dgm="http://schemas.openxmlformats.org/drawingml/2006/diagram" xmlns:a="http://schemas.openxmlformats.org/drawingml/2006/main" uniqueId="urn:microsoft.com/office/officeart/2005/8/layout/hProcess6">
  <dgm:title val=""/>
  <dgm:desc val=""/>
  <dgm:catLst>
    <dgm:cat type="process"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theList">
    <dgm:varLst>
      <dgm:dir/>
      <dgm:animLvl val="lvl"/>
      <dgm:resizeHandles val="exact"/>
    </dgm:varLst>
    <dgm:choose name="Name0">
      <dgm:if name="Name1" func="var" arg="dir" op="equ" val="norm">
        <dgm:alg type="lin">
          <dgm:param type="linDir" val="fromL"/>
          <dgm:param type="nodeHorzAlign" val="l"/>
        </dgm:alg>
      </dgm:if>
      <dgm:else name="Name2">
        <dgm:alg type="lin">
          <dgm:param type="linDir" val="fromR"/>
          <dgm:param type="nodeHorzAlign" val="r"/>
        </dgm:alg>
      </dgm:else>
    </dgm:choose>
    <dgm:shape xmlns:r="http://schemas.openxmlformats.org/officeDocument/2006/relationships" r:blip="">
      <dgm:adjLst/>
    </dgm:shape>
    <dgm:presOf/>
    <dgm:constrLst>
      <dgm:constr type="w" for="ch" forName="compNode" refType="w"/>
      <dgm:constr type="h" for="ch" forName="compNode" refType="w" refFor="ch" refForName="compNode" fact="0.7"/>
      <dgm:constr type="ctrY" for="ch" forName="compNode" refType="h" fact="0.5"/>
      <dgm:constr type="w" for="ch" forName="aSpace" refType="w" fact="0.05"/>
      <dgm:constr type="primFontSz" for="des" forName="childTextHidden" op="equ" val="65"/>
      <dgm:constr type="primFontSz" for="des" forName="parentText" op="equ"/>
    </dgm:constrLst>
    <dgm:ruleLst/>
    <dgm:forEach name="aNodeForEach" axis="ch" ptType="node">
      <dgm:layoutNode name="compNode">
        <dgm:alg type="composite">
          <dgm:param type="ar" val="1.43"/>
        </dgm:alg>
        <dgm:shape xmlns:r="http://schemas.openxmlformats.org/officeDocument/2006/relationships" r:blip="">
          <dgm:adjLst/>
        </dgm:shape>
        <dgm:presOf/>
        <dgm:choose name="Name3">
          <dgm:if name="Name4" func="var" arg="dir" op="equ" val="norm">
            <dgm:constrLst>
              <dgm:constr type="w" for="ch" forName="childTextVisible" refType="w" fact="0.8"/>
              <dgm:constr type="h" for="ch" forName="childTextVisible" refType="h"/>
              <dgm:constr type="r" for="ch" forName="childTextVisible" refType="w"/>
              <dgm:constr type="w" for="ch" forName="childTextHidden" refType="w" fact="0.6"/>
              <dgm:constr type="h" for="ch" forName="childTextHidden" refType="h"/>
              <dgm:constr type="r" for="ch" forName="childTextHidden" refType="w"/>
              <dgm:constr type="l" for="ch" forName="parentText"/>
              <dgm:constr type="w" for="ch" forName="parentText" refType="w" fact="0.4"/>
              <dgm:constr type="h" for="ch" forName="parentText" refType="w" refFor="ch" refForName="parentText" op="equ"/>
              <dgm:constr type="ctrY" for="ch" forName="parentText" refType="h" fact="0.5"/>
            </dgm:constrLst>
          </dgm:if>
          <dgm:else name="Name5">
            <dgm:constrLst>
              <dgm:constr type="w" for="ch" forName="childTextVisible" refType="w" fact="0.8"/>
              <dgm:constr type="h" for="ch" forName="childTextVisible" refType="h"/>
              <dgm:constr type="l" for="ch" forName="childTextVisible"/>
              <dgm:constr type="w" for="ch" forName="childTextHidden" refType="w" fact="0.6"/>
              <dgm:constr type="h" for="ch" forName="childTextHidden" refType="h"/>
              <dgm:constr type="l" for="ch" forName="childTextHidden"/>
              <dgm:constr type="r" for="ch" forName="parentText" refType="w"/>
              <dgm:constr type="w" for="ch" forName="parentText" refType="w" fact="0.4"/>
              <dgm:constr type="h" for="ch" forName="parentText" refType="w" refFor="ch" refForName="parentText" op="equ"/>
              <dgm:constr type="ctrY" for="ch" forName="parentText" refType="h" fact="0.5"/>
            </dgm:constrLst>
          </dgm:else>
        </dgm:choose>
        <dgm:ruleLst/>
        <dgm:layoutNode name="noGeometry">
          <dgm:alg type="sp"/>
          <dgm:shape xmlns:r="http://schemas.openxmlformats.org/officeDocument/2006/relationships" r:blip="">
            <dgm:adjLst/>
          </dgm:shape>
          <dgm:presOf/>
          <dgm:constrLst/>
          <dgm:ruleLst/>
        </dgm:layoutNode>
        <dgm:layoutNode name="childTextVisible" styleLbl="bgAccFollowNode1">
          <dgm:varLst>
            <dgm:bulletEnabled val="1"/>
          </dgm:varLst>
          <dgm:alg type="sp"/>
          <dgm:choose name="Name6">
            <dgm:if name="Name7" func="var" arg="dir" op="equ" val="norm">
              <dgm:shape xmlns:r="http://schemas.openxmlformats.org/officeDocument/2006/relationships" type="rightArrow" r:blip="">
                <dgm:adjLst>
                  <dgm:adj idx="1" val="0.7"/>
                  <dgm:adj idx="2" val="0.5"/>
                </dgm:adjLst>
              </dgm:shape>
            </dgm:if>
            <dgm:else name="Name8">
              <dgm:shape xmlns:r="http://schemas.openxmlformats.org/officeDocument/2006/relationships" type="leftArrow" r:blip="">
                <dgm:adjLst>
                  <dgm:adj idx="1" val="0.7"/>
                  <dgm:adj idx="2" val="0.5"/>
                </dgm:adjLst>
              </dgm:shape>
            </dgm:else>
          </dgm:choose>
          <dgm:presOf axis="des" ptType="node"/>
          <dgm:constrLst/>
          <dgm:ruleLst/>
        </dgm:layoutNode>
        <dgm:layoutNode name="childTextHidden" styleLbl="bgAccFollowNode1">
          <dgm:choose name="Name9">
            <dgm:if name="Name10" axis="des followSib" ptType="node node" st="1 1" cnt="1 0" func="cnt" op="gte" val="1">
              <dgm:alg type="tx">
                <dgm:param type="stBulletLvl" val="1"/>
                <dgm:param type="txAnchorVertCh" val="mid"/>
              </dgm:alg>
            </dgm:if>
            <dgm:else name="Name11">
              <dgm:alg type="tx">
                <dgm:param type="stBulletLvl" val="2"/>
                <dgm:param type="txAnchorVertCh" val="mid"/>
              </dgm:alg>
            </dgm:else>
          </dgm:choose>
          <dgm:choose name="Name12">
            <dgm:if name="Name13" func="var" arg="dir" op="equ" val="norm">
              <dgm:shape xmlns:r="http://schemas.openxmlformats.org/officeDocument/2006/relationships" type="rightArrow" r:blip="" hideGeom="1">
                <dgm:adjLst>
                  <dgm:adj idx="1" val="0.7"/>
                  <dgm:adj idx="2" val="0.5"/>
                </dgm:adjLst>
              </dgm:shape>
            </dgm:if>
            <dgm:else name="Name14">
              <dgm:shape xmlns:r="http://schemas.openxmlformats.org/officeDocument/2006/relationships" type="leftArrow" r:blip="" hideGeom="1">
                <dgm:adjLst>
                  <dgm:adj idx="1" val="0.7"/>
                  <dgm:adj idx="2" val="0.5"/>
                </dgm:adjLst>
              </dgm:shape>
            </dgm:else>
          </dgm:choose>
          <dgm:presOf axis="des" ptType="node"/>
          <dgm:constrLst>
            <dgm:constr type="secFontSz" refType="primFontSz"/>
            <dgm:constr type="tMarg" refType="primFontSz" fact="0.05"/>
            <dgm:constr type="bMarg" refType="primFontSz" fact="0.05"/>
            <dgm:constr type="rMarg" refType="primFontSz" fact="0.1"/>
            <dgm:constr type="lMarg" refType="primFontSz" fact="0.2"/>
          </dgm:constrLst>
          <dgm:ruleLst>
            <dgm:rule type="primFontSz" val="5" fact="NaN" max="NaN"/>
          </dgm:ruleLst>
        </dgm:layoutNode>
        <dgm:layoutNode name="parentText" styleLbl="node1">
          <dgm:varLst>
            <dgm:chMax val="1"/>
            <dgm:bulletEnabled val="1"/>
          </dgm:varLst>
          <dgm:alg type="tx"/>
          <dgm:shape xmlns:r="http://schemas.openxmlformats.org/officeDocument/2006/relationships" type="ellipse" r:blip="">
            <dgm:adjLst/>
          </dgm:shape>
          <dgm:presOf axis="self"/>
          <dgm:constrLst>
            <dgm:constr type="primFontSz" val="65"/>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dgm:choose name="Name15">
        <dgm:if name="Name16" axis="self" ptType="node" func="revPos" op="gte" val="2">
          <dgm:layoutNode name="aSpace">
            <dgm:alg type="sp"/>
            <dgm:shape xmlns:r="http://schemas.openxmlformats.org/officeDocument/2006/relationships" r:blip="">
              <dgm:adjLst/>
            </dgm:shape>
            <dgm:presOf/>
            <dgm:constrLst/>
            <dgm:ruleLst/>
          </dgm:layoutNode>
        </dgm:if>
        <dgm:else name="Name17"/>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8/19/2025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397406821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8/19/2025</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414637987"/>
      </p:ext>
    </p:extLst>
  </p:cSld>
  <p:clrMap bg1="lt1" tx1="dk1" bg2="lt2" tx2="dk2" accent1="accent1" accent2="accent2" accent3="accent3" accent4="accent4" accent5="accent5" accent6="accent6" hlink="hlink" folHlink="folHlink"/>
  <p:notesStyle>
    <a:lvl1pPr marL="0" algn="l" defTabSz="4388166" rtl="0" eaLnBrk="1" latinLnBrk="0" hangingPunct="1">
      <a:defRPr sz="5800" kern="1200">
        <a:solidFill>
          <a:schemeClr val="tx1"/>
        </a:solidFill>
        <a:latin typeface="+mn-lt"/>
        <a:ea typeface="+mn-ea"/>
        <a:cs typeface="+mn-cs"/>
      </a:defRPr>
    </a:lvl1pPr>
    <a:lvl2pPr marL="2194085" algn="l" defTabSz="4388166" rtl="0" eaLnBrk="1" latinLnBrk="0" hangingPunct="1">
      <a:defRPr sz="5800" kern="1200">
        <a:solidFill>
          <a:schemeClr val="tx1"/>
        </a:solidFill>
        <a:latin typeface="+mn-lt"/>
        <a:ea typeface="+mn-ea"/>
        <a:cs typeface="+mn-cs"/>
      </a:defRPr>
    </a:lvl2pPr>
    <a:lvl3pPr marL="4388166" algn="l" defTabSz="4388166" rtl="0" eaLnBrk="1" latinLnBrk="0" hangingPunct="1">
      <a:defRPr sz="5800" kern="1200">
        <a:solidFill>
          <a:schemeClr val="tx1"/>
        </a:solidFill>
        <a:latin typeface="+mn-lt"/>
        <a:ea typeface="+mn-ea"/>
        <a:cs typeface="+mn-cs"/>
      </a:defRPr>
    </a:lvl3pPr>
    <a:lvl4pPr marL="6582250" algn="l" defTabSz="4388166" rtl="0" eaLnBrk="1" latinLnBrk="0" hangingPunct="1">
      <a:defRPr sz="5800" kern="1200">
        <a:solidFill>
          <a:schemeClr val="tx1"/>
        </a:solidFill>
        <a:latin typeface="+mn-lt"/>
        <a:ea typeface="+mn-ea"/>
        <a:cs typeface="+mn-cs"/>
      </a:defRPr>
    </a:lvl4pPr>
    <a:lvl5pPr marL="8776332" algn="l" defTabSz="4388166" rtl="0" eaLnBrk="1" latinLnBrk="0" hangingPunct="1">
      <a:defRPr sz="5800" kern="1200">
        <a:solidFill>
          <a:schemeClr val="tx1"/>
        </a:solidFill>
        <a:latin typeface="+mn-lt"/>
        <a:ea typeface="+mn-ea"/>
        <a:cs typeface="+mn-cs"/>
      </a:defRPr>
    </a:lvl5pPr>
    <a:lvl6pPr marL="10970417" algn="l" defTabSz="4388166" rtl="0" eaLnBrk="1" latinLnBrk="0" hangingPunct="1">
      <a:defRPr sz="5800" kern="1200">
        <a:solidFill>
          <a:schemeClr val="tx1"/>
        </a:solidFill>
        <a:latin typeface="+mn-lt"/>
        <a:ea typeface="+mn-ea"/>
        <a:cs typeface="+mn-cs"/>
      </a:defRPr>
    </a:lvl6pPr>
    <a:lvl7pPr marL="13164501" algn="l" defTabSz="4388166" rtl="0" eaLnBrk="1" latinLnBrk="0" hangingPunct="1">
      <a:defRPr sz="5800" kern="1200">
        <a:solidFill>
          <a:schemeClr val="tx1"/>
        </a:solidFill>
        <a:latin typeface="+mn-lt"/>
        <a:ea typeface="+mn-ea"/>
        <a:cs typeface="+mn-cs"/>
      </a:defRPr>
    </a:lvl7pPr>
    <a:lvl8pPr marL="15358582" algn="l" defTabSz="4388166" rtl="0" eaLnBrk="1" latinLnBrk="0" hangingPunct="1">
      <a:defRPr sz="5800" kern="1200">
        <a:solidFill>
          <a:schemeClr val="tx1"/>
        </a:solidFill>
        <a:latin typeface="+mn-lt"/>
        <a:ea typeface="+mn-ea"/>
        <a:cs typeface="+mn-cs"/>
      </a:defRPr>
    </a:lvl8pPr>
    <a:lvl9pPr marL="17552667" algn="l" defTabSz="4388166" rtl="0" eaLnBrk="1" latinLnBrk="0" hangingPunct="1">
      <a:defRPr sz="58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31" name="Text Placeholder 5"/>
          <p:cNvSpPr>
            <a:spLocks noGrp="1"/>
          </p:cNvSpPr>
          <p:nvPr>
            <p:ph type="body" sz="quarter" idx="11" hasCustomPrompt="1"/>
          </p:nvPr>
        </p:nvSpPr>
        <p:spPr>
          <a:xfrm>
            <a:off x="916901" y="5494271"/>
            <a:ext cx="13446799"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INTRODUCTION OR ABSTRACT</a:t>
            </a:r>
          </a:p>
        </p:txBody>
      </p:sp>
      <p:sp>
        <p:nvSpPr>
          <p:cNvPr id="38" name="Text Placeholder 9"/>
          <p:cNvSpPr>
            <a:spLocks noGrp="1"/>
          </p:cNvSpPr>
          <p:nvPr>
            <p:ph type="body" sz="quarter" idx="157"/>
          </p:nvPr>
        </p:nvSpPr>
        <p:spPr>
          <a:xfrm>
            <a:off x="916901" y="6246906"/>
            <a:ext cx="13447037"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5">
            <a:extLst>
              <a:ext uri="{FF2B5EF4-FFF2-40B4-BE49-F238E27FC236}">
                <a16:creationId xmlns:a16="http://schemas.microsoft.com/office/drawing/2014/main" id="{652737DD-B1A6-4D41-9C8D-9A93E090FAE3}"/>
              </a:ext>
            </a:extLst>
          </p:cNvPr>
          <p:cNvSpPr>
            <a:spLocks noGrp="1"/>
          </p:cNvSpPr>
          <p:nvPr>
            <p:ph type="body" sz="quarter" idx="165" hasCustomPrompt="1"/>
          </p:nvPr>
        </p:nvSpPr>
        <p:spPr>
          <a:xfrm>
            <a:off x="15222775" y="5494271"/>
            <a:ext cx="13478557"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MATERIALS AND METHODS</a:t>
            </a:r>
          </a:p>
        </p:txBody>
      </p:sp>
      <p:sp>
        <p:nvSpPr>
          <p:cNvPr id="30" name="Text Placeholder 9">
            <a:extLst>
              <a:ext uri="{FF2B5EF4-FFF2-40B4-BE49-F238E27FC236}">
                <a16:creationId xmlns:a16="http://schemas.microsoft.com/office/drawing/2014/main" id="{ECE2636A-B209-4444-AFAD-96BF1EF74A08}"/>
              </a:ext>
            </a:extLst>
          </p:cNvPr>
          <p:cNvSpPr>
            <a:spLocks noGrp="1"/>
          </p:cNvSpPr>
          <p:nvPr>
            <p:ph type="body" sz="quarter" idx="178"/>
          </p:nvPr>
        </p:nvSpPr>
        <p:spPr>
          <a:xfrm>
            <a:off x="15213932" y="6246906"/>
            <a:ext cx="13478796"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5">
            <a:extLst>
              <a:ext uri="{FF2B5EF4-FFF2-40B4-BE49-F238E27FC236}">
                <a16:creationId xmlns:a16="http://schemas.microsoft.com/office/drawing/2014/main" id="{908EB3C9-CB15-4087-A546-BD4985500B88}"/>
              </a:ext>
            </a:extLst>
          </p:cNvPr>
          <p:cNvSpPr>
            <a:spLocks noGrp="1"/>
          </p:cNvSpPr>
          <p:nvPr>
            <p:ph type="body" sz="quarter" idx="187" hasCustomPrompt="1"/>
          </p:nvPr>
        </p:nvSpPr>
        <p:spPr>
          <a:xfrm>
            <a:off x="930193" y="14210586"/>
            <a:ext cx="13433269"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OBJECTIVES</a:t>
            </a:r>
          </a:p>
        </p:txBody>
      </p:sp>
      <p:sp>
        <p:nvSpPr>
          <p:cNvPr id="52" name="Text Placeholder 9">
            <a:extLst>
              <a:ext uri="{FF2B5EF4-FFF2-40B4-BE49-F238E27FC236}">
                <a16:creationId xmlns:a16="http://schemas.microsoft.com/office/drawing/2014/main" id="{9FDA0773-1FE0-4728-A1F5-C436776EAB42}"/>
              </a:ext>
            </a:extLst>
          </p:cNvPr>
          <p:cNvSpPr>
            <a:spLocks noGrp="1"/>
          </p:cNvSpPr>
          <p:nvPr>
            <p:ph type="body" sz="quarter" idx="188"/>
          </p:nvPr>
        </p:nvSpPr>
        <p:spPr>
          <a:xfrm>
            <a:off x="930193" y="14963221"/>
            <a:ext cx="13433507"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5">
            <a:extLst>
              <a:ext uri="{FF2B5EF4-FFF2-40B4-BE49-F238E27FC236}">
                <a16:creationId xmlns:a16="http://schemas.microsoft.com/office/drawing/2014/main" id="{F110AEC8-93C7-4A0C-BC30-682880E5F086}"/>
              </a:ext>
            </a:extLst>
          </p:cNvPr>
          <p:cNvSpPr>
            <a:spLocks noGrp="1"/>
          </p:cNvSpPr>
          <p:nvPr>
            <p:ph type="body" sz="quarter" idx="189" hasCustomPrompt="1"/>
          </p:nvPr>
        </p:nvSpPr>
        <p:spPr>
          <a:xfrm>
            <a:off x="15222514" y="19623929"/>
            <a:ext cx="13478557"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results</a:t>
            </a:r>
          </a:p>
        </p:txBody>
      </p:sp>
      <p:sp>
        <p:nvSpPr>
          <p:cNvPr id="62" name="Text Placeholder 9">
            <a:extLst>
              <a:ext uri="{FF2B5EF4-FFF2-40B4-BE49-F238E27FC236}">
                <a16:creationId xmlns:a16="http://schemas.microsoft.com/office/drawing/2014/main" id="{F9CD33FB-B993-493F-95FC-70AF51B4F9C9}"/>
              </a:ext>
            </a:extLst>
          </p:cNvPr>
          <p:cNvSpPr>
            <a:spLocks noGrp="1"/>
          </p:cNvSpPr>
          <p:nvPr>
            <p:ph type="body" sz="quarter" idx="190"/>
          </p:nvPr>
        </p:nvSpPr>
        <p:spPr>
          <a:xfrm>
            <a:off x="15222514" y="20376564"/>
            <a:ext cx="13478796"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3" name="Text Placeholder 5">
            <a:extLst>
              <a:ext uri="{FF2B5EF4-FFF2-40B4-BE49-F238E27FC236}">
                <a16:creationId xmlns:a16="http://schemas.microsoft.com/office/drawing/2014/main" id="{E8E00E69-0E96-4B46-A1B9-16881A33D210}"/>
              </a:ext>
            </a:extLst>
          </p:cNvPr>
          <p:cNvSpPr>
            <a:spLocks noGrp="1"/>
          </p:cNvSpPr>
          <p:nvPr>
            <p:ph type="body" sz="quarter" idx="191" hasCustomPrompt="1"/>
          </p:nvPr>
        </p:nvSpPr>
        <p:spPr>
          <a:xfrm>
            <a:off x="29550248" y="5507710"/>
            <a:ext cx="13422458"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conclusion</a:t>
            </a:r>
          </a:p>
        </p:txBody>
      </p:sp>
      <p:sp>
        <p:nvSpPr>
          <p:cNvPr id="64" name="Text Placeholder 9">
            <a:extLst>
              <a:ext uri="{FF2B5EF4-FFF2-40B4-BE49-F238E27FC236}">
                <a16:creationId xmlns:a16="http://schemas.microsoft.com/office/drawing/2014/main" id="{BAAAC21B-7F2B-487F-BEC4-58C38C568670}"/>
              </a:ext>
            </a:extLst>
          </p:cNvPr>
          <p:cNvSpPr>
            <a:spLocks noGrp="1"/>
          </p:cNvSpPr>
          <p:nvPr>
            <p:ph type="body" sz="quarter" idx="192"/>
          </p:nvPr>
        </p:nvSpPr>
        <p:spPr>
          <a:xfrm>
            <a:off x="29541404" y="6260345"/>
            <a:ext cx="13422696"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5" name="Text Placeholder 5">
            <a:extLst>
              <a:ext uri="{FF2B5EF4-FFF2-40B4-BE49-F238E27FC236}">
                <a16:creationId xmlns:a16="http://schemas.microsoft.com/office/drawing/2014/main" id="{59B0C7A5-E0E3-4314-B563-0B9357C3E2A8}"/>
              </a:ext>
            </a:extLst>
          </p:cNvPr>
          <p:cNvSpPr>
            <a:spLocks noGrp="1"/>
          </p:cNvSpPr>
          <p:nvPr>
            <p:ph type="body" sz="quarter" idx="193" hasCustomPrompt="1"/>
          </p:nvPr>
        </p:nvSpPr>
        <p:spPr>
          <a:xfrm>
            <a:off x="29538883" y="15021431"/>
            <a:ext cx="13437679"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references</a:t>
            </a:r>
          </a:p>
        </p:txBody>
      </p:sp>
      <p:sp>
        <p:nvSpPr>
          <p:cNvPr id="66" name="Text Placeholder 9">
            <a:extLst>
              <a:ext uri="{FF2B5EF4-FFF2-40B4-BE49-F238E27FC236}">
                <a16:creationId xmlns:a16="http://schemas.microsoft.com/office/drawing/2014/main" id="{6F3E59AB-F20F-47AC-AE57-D7859FE9C715}"/>
              </a:ext>
            </a:extLst>
          </p:cNvPr>
          <p:cNvSpPr>
            <a:spLocks noGrp="1"/>
          </p:cNvSpPr>
          <p:nvPr>
            <p:ph type="body" sz="quarter" idx="194"/>
          </p:nvPr>
        </p:nvSpPr>
        <p:spPr>
          <a:xfrm>
            <a:off x="29538883" y="15774066"/>
            <a:ext cx="13437917"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7" name="Text Placeholder 5">
            <a:extLst>
              <a:ext uri="{FF2B5EF4-FFF2-40B4-BE49-F238E27FC236}">
                <a16:creationId xmlns:a16="http://schemas.microsoft.com/office/drawing/2014/main" id="{3FCD37EB-E20C-46EF-8FE5-377116585725}"/>
              </a:ext>
            </a:extLst>
          </p:cNvPr>
          <p:cNvSpPr>
            <a:spLocks noGrp="1"/>
          </p:cNvSpPr>
          <p:nvPr>
            <p:ph type="body" sz="quarter" idx="195" hasCustomPrompt="1"/>
          </p:nvPr>
        </p:nvSpPr>
        <p:spPr>
          <a:xfrm>
            <a:off x="29554104" y="25654614"/>
            <a:ext cx="13431302"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acknowledgements or contact</a:t>
            </a:r>
          </a:p>
        </p:txBody>
      </p:sp>
      <p:sp>
        <p:nvSpPr>
          <p:cNvPr id="68" name="Text Placeholder 9">
            <a:extLst>
              <a:ext uri="{FF2B5EF4-FFF2-40B4-BE49-F238E27FC236}">
                <a16:creationId xmlns:a16="http://schemas.microsoft.com/office/drawing/2014/main" id="{DF8FBFED-FDDB-4795-A4FF-DC86974B5758}"/>
              </a:ext>
            </a:extLst>
          </p:cNvPr>
          <p:cNvSpPr>
            <a:spLocks noGrp="1"/>
          </p:cNvSpPr>
          <p:nvPr>
            <p:ph type="body" sz="quarter" idx="196"/>
          </p:nvPr>
        </p:nvSpPr>
        <p:spPr>
          <a:xfrm>
            <a:off x="29554104" y="26407249"/>
            <a:ext cx="13422696"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9" name="Text Placeholder 7">
            <a:extLst>
              <a:ext uri="{FF2B5EF4-FFF2-40B4-BE49-F238E27FC236}">
                <a16:creationId xmlns:a16="http://schemas.microsoft.com/office/drawing/2014/main" id="{BFACF34B-4E8E-442C-A33E-57FD0FF8433A}"/>
              </a:ext>
            </a:extLst>
          </p:cNvPr>
          <p:cNvSpPr>
            <a:spLocks noGrp="1"/>
          </p:cNvSpPr>
          <p:nvPr>
            <p:ph type="body" sz="quarter" idx="183" hasCustomPrompt="1"/>
          </p:nvPr>
        </p:nvSpPr>
        <p:spPr>
          <a:xfrm>
            <a:off x="957489" y="294368"/>
            <a:ext cx="31993568" cy="2317750"/>
          </a:xfrm>
          <a:prstGeom prst="rect">
            <a:avLst/>
          </a:prstGeom>
        </p:spPr>
        <p:txBody>
          <a:bodyPr>
            <a:normAutofit/>
          </a:bodyPr>
          <a:lstStyle>
            <a:lvl1pPr marL="0" indent="0">
              <a:buFontTx/>
              <a:buNone/>
              <a:defRPr sz="8000" cap="all" baseline="0">
                <a:solidFill>
                  <a:schemeClr val="bg1"/>
                </a:solidFill>
                <a:latin typeface="Franklin Gothic Medium" panose="020B0603020102020204" pitchFamily="34" charset="0"/>
              </a:defRPr>
            </a:lvl1pPr>
          </a:lstStyle>
          <a:p>
            <a:pPr lvl="0"/>
            <a:r>
              <a:rPr lang="en-US" dirty="0"/>
              <a:t>CLICK HERE TO ADD TITLE: ADJUST TEXT BOX POSITIONING IF ONLY USING ONE LINE</a:t>
            </a:r>
          </a:p>
        </p:txBody>
      </p:sp>
      <p:sp>
        <p:nvSpPr>
          <p:cNvPr id="70" name="Text Placeholder 7">
            <a:extLst>
              <a:ext uri="{FF2B5EF4-FFF2-40B4-BE49-F238E27FC236}">
                <a16:creationId xmlns:a16="http://schemas.microsoft.com/office/drawing/2014/main" id="{3C31251A-CD58-4857-8E51-6BB5A936D6BA}"/>
              </a:ext>
            </a:extLst>
          </p:cNvPr>
          <p:cNvSpPr>
            <a:spLocks noGrp="1"/>
          </p:cNvSpPr>
          <p:nvPr>
            <p:ph type="body" sz="quarter" idx="184" hasCustomPrompt="1"/>
          </p:nvPr>
        </p:nvSpPr>
        <p:spPr>
          <a:xfrm>
            <a:off x="957489" y="2764791"/>
            <a:ext cx="31993568" cy="1937838"/>
          </a:xfrm>
          <a:prstGeom prst="rect">
            <a:avLst/>
          </a:prstGeom>
        </p:spPr>
        <p:txBody>
          <a:bodyPr>
            <a:normAutofit/>
          </a:bodyPr>
          <a:lstStyle>
            <a:lvl1pPr marL="0" indent="0">
              <a:buFontTx/>
              <a:buNone/>
              <a:defRPr sz="5400">
                <a:solidFill>
                  <a:srgbClr val="FEC24D"/>
                </a:solidFill>
                <a:latin typeface="Rockwell" panose="02060603020205020403" pitchFamily="18" charset="0"/>
              </a:defRPr>
            </a:lvl1pPr>
          </a:lstStyle>
          <a:p>
            <a:pPr lvl="0"/>
            <a:r>
              <a:rPr lang="en-US" dirty="0"/>
              <a:t>Click here to add Authors &amp; Affiliations: Adjust text box positioning if only using one line</a:t>
            </a:r>
          </a:p>
        </p:txBody>
      </p:sp>
    </p:spTree>
  </p:cSld>
  <p:clrMapOvr>
    <a:masterClrMapping/>
  </p:clrMapOvr>
  <p:extLst>
    <p:ext uri="{DCECCB84-F9BA-43D5-87BE-67443E8EF086}">
      <p15:sldGuideLst xmlns:p15="http://schemas.microsoft.com/office/powerpoint/2012/main">
        <p15:guide id="1" pos="4800" userDrawn="1">
          <p15:clr>
            <a:srgbClr val="FDE53C"/>
          </p15:clr>
        </p15:guide>
        <p15:guide id="3" pos="9120" userDrawn="1">
          <p15:clr>
            <a:srgbClr val="F26B43"/>
          </p15:clr>
        </p15:guide>
        <p15:guide id="4" pos="18600" userDrawn="1">
          <p15:clr>
            <a:srgbClr val="F26B43"/>
          </p15:clr>
        </p15:guide>
        <p15:guide id="5" pos="9576" userDrawn="1">
          <p15:clr>
            <a:srgbClr val="F26B43"/>
          </p15:clr>
        </p15:guide>
        <p15:guide id="6" pos="18120" userDrawn="1">
          <p15:clr>
            <a:srgbClr val="F26B43"/>
          </p15:clr>
        </p15:guide>
        <p15:guide id="8" orient="horz" pos="3456" userDrawn="1">
          <p15:clr>
            <a:srgbClr val="F26B43"/>
          </p15:clr>
        </p15:guide>
        <p15:guide id="10" pos="22824" userDrawn="1">
          <p15:clr>
            <a:srgbClr val="FDE53C"/>
          </p15:clr>
        </p15:guide>
        <p15:guide id="11" pos="13824" userDrawn="1">
          <p15:clr>
            <a:srgbClr val="FDE53C"/>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 Column Wide">
    <p:spTree>
      <p:nvGrpSpPr>
        <p:cNvPr id="1" name=""/>
        <p:cNvGrpSpPr/>
        <p:nvPr/>
      </p:nvGrpSpPr>
      <p:grpSpPr>
        <a:xfrm>
          <a:off x="0" y="0"/>
          <a:ext cx="0" cy="0"/>
          <a:chOff x="0" y="0"/>
          <a:chExt cx="0" cy="0"/>
        </a:xfrm>
      </p:grpSpPr>
      <p:sp>
        <p:nvSpPr>
          <p:cNvPr id="31" name="Text Placeholder 5"/>
          <p:cNvSpPr>
            <a:spLocks noGrp="1"/>
          </p:cNvSpPr>
          <p:nvPr>
            <p:ph type="body" sz="quarter" idx="11" hasCustomPrompt="1"/>
          </p:nvPr>
        </p:nvSpPr>
        <p:spPr>
          <a:xfrm>
            <a:off x="916901" y="5494271"/>
            <a:ext cx="10970105"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INTRODUCTION OR ABSTRACT</a:t>
            </a:r>
          </a:p>
        </p:txBody>
      </p:sp>
      <p:sp>
        <p:nvSpPr>
          <p:cNvPr id="38" name="Text Placeholder 9"/>
          <p:cNvSpPr>
            <a:spLocks noGrp="1"/>
          </p:cNvSpPr>
          <p:nvPr>
            <p:ph type="body" sz="quarter" idx="157"/>
          </p:nvPr>
        </p:nvSpPr>
        <p:spPr>
          <a:xfrm>
            <a:off x="916901" y="6246906"/>
            <a:ext cx="10970299"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5">
            <a:extLst>
              <a:ext uri="{FF2B5EF4-FFF2-40B4-BE49-F238E27FC236}">
                <a16:creationId xmlns:a16="http://schemas.microsoft.com/office/drawing/2014/main" id="{652737DD-B1A6-4D41-9C8D-9A93E090FAE3}"/>
              </a:ext>
            </a:extLst>
          </p:cNvPr>
          <p:cNvSpPr>
            <a:spLocks noGrp="1"/>
          </p:cNvSpPr>
          <p:nvPr>
            <p:ph type="body" sz="quarter" idx="165" hasCustomPrompt="1"/>
          </p:nvPr>
        </p:nvSpPr>
        <p:spPr>
          <a:xfrm>
            <a:off x="12543743" y="5494271"/>
            <a:ext cx="18812557"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MATERIALS AND METHODS</a:t>
            </a:r>
          </a:p>
        </p:txBody>
      </p:sp>
      <p:sp>
        <p:nvSpPr>
          <p:cNvPr id="30" name="Text Placeholder 9">
            <a:extLst>
              <a:ext uri="{FF2B5EF4-FFF2-40B4-BE49-F238E27FC236}">
                <a16:creationId xmlns:a16="http://schemas.microsoft.com/office/drawing/2014/main" id="{ECE2636A-B209-4444-AFAD-96BF1EF74A08}"/>
              </a:ext>
            </a:extLst>
          </p:cNvPr>
          <p:cNvSpPr>
            <a:spLocks noGrp="1"/>
          </p:cNvSpPr>
          <p:nvPr>
            <p:ph type="body" sz="quarter" idx="178"/>
          </p:nvPr>
        </p:nvSpPr>
        <p:spPr>
          <a:xfrm>
            <a:off x="12534900" y="6246906"/>
            <a:ext cx="18821400"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5">
            <a:extLst>
              <a:ext uri="{FF2B5EF4-FFF2-40B4-BE49-F238E27FC236}">
                <a16:creationId xmlns:a16="http://schemas.microsoft.com/office/drawing/2014/main" id="{908EB3C9-CB15-4087-A546-BD4985500B88}"/>
              </a:ext>
            </a:extLst>
          </p:cNvPr>
          <p:cNvSpPr>
            <a:spLocks noGrp="1"/>
          </p:cNvSpPr>
          <p:nvPr>
            <p:ph type="body" sz="quarter" idx="187" hasCustomPrompt="1"/>
          </p:nvPr>
        </p:nvSpPr>
        <p:spPr>
          <a:xfrm>
            <a:off x="930193" y="18977598"/>
            <a:ext cx="10956813"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OBJECTIVES</a:t>
            </a:r>
          </a:p>
        </p:txBody>
      </p:sp>
      <p:sp>
        <p:nvSpPr>
          <p:cNvPr id="52" name="Text Placeholder 9">
            <a:extLst>
              <a:ext uri="{FF2B5EF4-FFF2-40B4-BE49-F238E27FC236}">
                <a16:creationId xmlns:a16="http://schemas.microsoft.com/office/drawing/2014/main" id="{9FDA0773-1FE0-4728-A1F5-C436776EAB42}"/>
              </a:ext>
            </a:extLst>
          </p:cNvPr>
          <p:cNvSpPr>
            <a:spLocks noGrp="1"/>
          </p:cNvSpPr>
          <p:nvPr>
            <p:ph type="body" sz="quarter" idx="188"/>
          </p:nvPr>
        </p:nvSpPr>
        <p:spPr>
          <a:xfrm>
            <a:off x="930193" y="19730233"/>
            <a:ext cx="10957007"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5">
            <a:extLst>
              <a:ext uri="{FF2B5EF4-FFF2-40B4-BE49-F238E27FC236}">
                <a16:creationId xmlns:a16="http://schemas.microsoft.com/office/drawing/2014/main" id="{F110AEC8-93C7-4A0C-BC30-682880E5F086}"/>
              </a:ext>
            </a:extLst>
          </p:cNvPr>
          <p:cNvSpPr>
            <a:spLocks noGrp="1"/>
          </p:cNvSpPr>
          <p:nvPr>
            <p:ph type="body" sz="quarter" idx="189" hasCustomPrompt="1"/>
          </p:nvPr>
        </p:nvSpPr>
        <p:spPr>
          <a:xfrm>
            <a:off x="12552586" y="18977598"/>
            <a:ext cx="18803714"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results</a:t>
            </a:r>
          </a:p>
        </p:txBody>
      </p:sp>
      <p:sp>
        <p:nvSpPr>
          <p:cNvPr id="62" name="Text Placeholder 9">
            <a:extLst>
              <a:ext uri="{FF2B5EF4-FFF2-40B4-BE49-F238E27FC236}">
                <a16:creationId xmlns:a16="http://schemas.microsoft.com/office/drawing/2014/main" id="{F9CD33FB-B993-493F-95FC-70AF51B4F9C9}"/>
              </a:ext>
            </a:extLst>
          </p:cNvPr>
          <p:cNvSpPr>
            <a:spLocks noGrp="1"/>
          </p:cNvSpPr>
          <p:nvPr>
            <p:ph type="body" sz="quarter" idx="190"/>
          </p:nvPr>
        </p:nvSpPr>
        <p:spPr>
          <a:xfrm>
            <a:off x="12543742" y="19730233"/>
            <a:ext cx="18812557"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3" name="Text Placeholder 5">
            <a:extLst>
              <a:ext uri="{FF2B5EF4-FFF2-40B4-BE49-F238E27FC236}">
                <a16:creationId xmlns:a16="http://schemas.microsoft.com/office/drawing/2014/main" id="{E8E00E69-0E96-4B46-A1B9-16881A33D210}"/>
              </a:ext>
            </a:extLst>
          </p:cNvPr>
          <p:cNvSpPr>
            <a:spLocks noGrp="1"/>
          </p:cNvSpPr>
          <p:nvPr>
            <p:ph type="body" sz="quarter" idx="191" hasCustomPrompt="1"/>
          </p:nvPr>
        </p:nvSpPr>
        <p:spPr>
          <a:xfrm>
            <a:off x="32003998" y="5507710"/>
            <a:ext cx="10961305"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conclusion</a:t>
            </a:r>
          </a:p>
        </p:txBody>
      </p:sp>
      <p:sp>
        <p:nvSpPr>
          <p:cNvPr id="64" name="Text Placeholder 9">
            <a:extLst>
              <a:ext uri="{FF2B5EF4-FFF2-40B4-BE49-F238E27FC236}">
                <a16:creationId xmlns:a16="http://schemas.microsoft.com/office/drawing/2014/main" id="{BAAAC21B-7F2B-487F-BEC4-58C38C568670}"/>
              </a:ext>
            </a:extLst>
          </p:cNvPr>
          <p:cNvSpPr>
            <a:spLocks noGrp="1"/>
          </p:cNvSpPr>
          <p:nvPr>
            <p:ph type="body" sz="quarter" idx="192"/>
          </p:nvPr>
        </p:nvSpPr>
        <p:spPr>
          <a:xfrm>
            <a:off x="32004000" y="6260345"/>
            <a:ext cx="10965400"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5" name="Text Placeholder 5">
            <a:extLst>
              <a:ext uri="{FF2B5EF4-FFF2-40B4-BE49-F238E27FC236}">
                <a16:creationId xmlns:a16="http://schemas.microsoft.com/office/drawing/2014/main" id="{59B0C7A5-E0E3-4314-B563-0B9357C3E2A8}"/>
              </a:ext>
            </a:extLst>
          </p:cNvPr>
          <p:cNvSpPr>
            <a:spLocks noGrp="1"/>
          </p:cNvSpPr>
          <p:nvPr>
            <p:ph type="body" sz="quarter" idx="193" hasCustomPrompt="1"/>
          </p:nvPr>
        </p:nvSpPr>
        <p:spPr>
          <a:xfrm>
            <a:off x="32003999" y="15021431"/>
            <a:ext cx="10970148"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references</a:t>
            </a:r>
          </a:p>
        </p:txBody>
      </p:sp>
      <p:sp>
        <p:nvSpPr>
          <p:cNvPr id="66" name="Text Placeholder 9">
            <a:extLst>
              <a:ext uri="{FF2B5EF4-FFF2-40B4-BE49-F238E27FC236}">
                <a16:creationId xmlns:a16="http://schemas.microsoft.com/office/drawing/2014/main" id="{6F3E59AB-F20F-47AC-AE57-D7859FE9C715}"/>
              </a:ext>
            </a:extLst>
          </p:cNvPr>
          <p:cNvSpPr>
            <a:spLocks noGrp="1"/>
          </p:cNvSpPr>
          <p:nvPr>
            <p:ph type="body" sz="quarter" idx="194"/>
          </p:nvPr>
        </p:nvSpPr>
        <p:spPr>
          <a:xfrm>
            <a:off x="32003999" y="15774066"/>
            <a:ext cx="10974243"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7" name="Text Placeholder 5">
            <a:extLst>
              <a:ext uri="{FF2B5EF4-FFF2-40B4-BE49-F238E27FC236}">
                <a16:creationId xmlns:a16="http://schemas.microsoft.com/office/drawing/2014/main" id="{3FCD37EB-E20C-46EF-8FE5-377116585725}"/>
              </a:ext>
            </a:extLst>
          </p:cNvPr>
          <p:cNvSpPr>
            <a:spLocks noGrp="1"/>
          </p:cNvSpPr>
          <p:nvPr>
            <p:ph type="body" sz="quarter" idx="195" hasCustomPrompt="1"/>
          </p:nvPr>
        </p:nvSpPr>
        <p:spPr>
          <a:xfrm>
            <a:off x="32004000" y="25654614"/>
            <a:ext cx="10974004"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acknowledgements or contact</a:t>
            </a:r>
          </a:p>
        </p:txBody>
      </p:sp>
      <p:sp>
        <p:nvSpPr>
          <p:cNvPr id="68" name="Text Placeholder 9">
            <a:extLst>
              <a:ext uri="{FF2B5EF4-FFF2-40B4-BE49-F238E27FC236}">
                <a16:creationId xmlns:a16="http://schemas.microsoft.com/office/drawing/2014/main" id="{DF8FBFED-FDDB-4795-A4FF-DC86974B5758}"/>
              </a:ext>
            </a:extLst>
          </p:cNvPr>
          <p:cNvSpPr>
            <a:spLocks noGrp="1"/>
          </p:cNvSpPr>
          <p:nvPr>
            <p:ph type="body" sz="quarter" idx="196"/>
          </p:nvPr>
        </p:nvSpPr>
        <p:spPr>
          <a:xfrm>
            <a:off x="32004000" y="26407249"/>
            <a:ext cx="10978100"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7">
            <a:extLst>
              <a:ext uri="{FF2B5EF4-FFF2-40B4-BE49-F238E27FC236}">
                <a16:creationId xmlns:a16="http://schemas.microsoft.com/office/drawing/2014/main" id="{C592AD3B-7A54-4176-9B89-DAF7C8CDE26F}"/>
              </a:ext>
            </a:extLst>
          </p:cNvPr>
          <p:cNvSpPr>
            <a:spLocks noGrp="1"/>
          </p:cNvSpPr>
          <p:nvPr>
            <p:ph type="body" sz="quarter" idx="183" hasCustomPrompt="1"/>
          </p:nvPr>
        </p:nvSpPr>
        <p:spPr>
          <a:xfrm>
            <a:off x="957489" y="294368"/>
            <a:ext cx="31993568" cy="2317750"/>
          </a:xfrm>
          <a:prstGeom prst="rect">
            <a:avLst/>
          </a:prstGeom>
        </p:spPr>
        <p:txBody>
          <a:bodyPr>
            <a:normAutofit/>
          </a:bodyPr>
          <a:lstStyle>
            <a:lvl1pPr marL="0" indent="0">
              <a:buFontTx/>
              <a:buNone/>
              <a:defRPr sz="8000" cap="all" baseline="0">
                <a:solidFill>
                  <a:schemeClr val="bg1"/>
                </a:solidFill>
                <a:latin typeface="Franklin Gothic Medium" panose="020B0603020102020204" pitchFamily="34" charset="0"/>
              </a:defRPr>
            </a:lvl1pPr>
          </a:lstStyle>
          <a:p>
            <a:pPr lvl="0"/>
            <a:r>
              <a:rPr lang="en-US" dirty="0"/>
              <a:t>CLICK HERE TO ADD TITLE: ADJUST TEXT BOX POSITIONING IF ONLY USING ONE LINE</a:t>
            </a:r>
          </a:p>
        </p:txBody>
      </p:sp>
      <p:sp>
        <p:nvSpPr>
          <p:cNvPr id="19" name="Text Placeholder 7">
            <a:extLst>
              <a:ext uri="{FF2B5EF4-FFF2-40B4-BE49-F238E27FC236}">
                <a16:creationId xmlns:a16="http://schemas.microsoft.com/office/drawing/2014/main" id="{F53351EE-43CF-4BED-88D8-C1463456F399}"/>
              </a:ext>
            </a:extLst>
          </p:cNvPr>
          <p:cNvSpPr>
            <a:spLocks noGrp="1"/>
          </p:cNvSpPr>
          <p:nvPr>
            <p:ph type="body" sz="quarter" idx="184" hasCustomPrompt="1"/>
          </p:nvPr>
        </p:nvSpPr>
        <p:spPr>
          <a:xfrm>
            <a:off x="957489" y="2764791"/>
            <a:ext cx="31993568" cy="1937838"/>
          </a:xfrm>
          <a:prstGeom prst="rect">
            <a:avLst/>
          </a:prstGeom>
        </p:spPr>
        <p:txBody>
          <a:bodyPr>
            <a:normAutofit/>
          </a:bodyPr>
          <a:lstStyle>
            <a:lvl1pPr marL="0" indent="0">
              <a:buFontTx/>
              <a:buNone/>
              <a:defRPr sz="5400">
                <a:solidFill>
                  <a:srgbClr val="FEC24D"/>
                </a:solidFill>
                <a:latin typeface="Rockwell" panose="02060603020205020403" pitchFamily="18" charset="0"/>
              </a:defRPr>
            </a:lvl1pPr>
          </a:lstStyle>
          <a:p>
            <a:pPr lvl="0"/>
            <a:r>
              <a:rPr lang="en-US" dirty="0"/>
              <a:t>Click here to add Authors &amp; Affiliations: Adjust text box positioning if only using one line</a:t>
            </a:r>
          </a:p>
        </p:txBody>
      </p:sp>
    </p:spTree>
    <p:extLst>
      <p:ext uri="{BB962C8B-B14F-4D97-AF65-F5344CB8AC3E}">
        <p14:creationId xmlns:p14="http://schemas.microsoft.com/office/powerpoint/2010/main" val="1589026171"/>
      </p:ext>
    </p:extLst>
  </p:cSld>
  <p:clrMapOvr>
    <a:masterClrMapping/>
  </p:clrMapOvr>
  <p:extLst>
    <p:ext uri="{DCECCB84-F9BA-43D5-87BE-67443E8EF086}">
      <p15:sldGuideLst xmlns:p15="http://schemas.microsoft.com/office/powerpoint/2012/main">
        <p15:guide id="1" pos="4032" userDrawn="1">
          <p15:clr>
            <a:srgbClr val="FDE53C"/>
          </p15:clr>
        </p15:guide>
        <p15:guide id="3" pos="7488" userDrawn="1">
          <p15:clr>
            <a:srgbClr val="F26B43"/>
          </p15:clr>
        </p15:guide>
        <p15:guide id="4" pos="20160" userDrawn="1">
          <p15:clr>
            <a:srgbClr val="F26B43"/>
          </p15:clr>
        </p15:guide>
        <p15:guide id="5" pos="7896" userDrawn="1">
          <p15:clr>
            <a:srgbClr val="F26B43"/>
          </p15:clr>
        </p15:guide>
        <p15:guide id="6" pos="19752" userDrawn="1">
          <p15:clr>
            <a:srgbClr val="F26B43"/>
          </p15:clr>
        </p15:guide>
        <p15:guide id="8" orient="horz" pos="3456" userDrawn="1">
          <p15:clr>
            <a:srgbClr val="F26B43"/>
          </p15:clr>
        </p15:guide>
        <p15:guide id="10" pos="23616" userDrawn="1">
          <p15:clr>
            <a:srgbClr val="FDE53C"/>
          </p15:clr>
        </p15:guide>
        <p15:guide id="11" pos="13824" userDrawn="1">
          <p15:clr>
            <a:srgbClr val="FDE53C"/>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31" name="Text Placeholder 5"/>
          <p:cNvSpPr>
            <a:spLocks noGrp="1"/>
          </p:cNvSpPr>
          <p:nvPr>
            <p:ph type="body" sz="quarter" idx="11" hasCustomPrompt="1"/>
          </p:nvPr>
        </p:nvSpPr>
        <p:spPr>
          <a:xfrm>
            <a:off x="916902" y="5494271"/>
            <a:ext cx="10017622"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INTRODUCTION OR ABSTRACT</a:t>
            </a:r>
          </a:p>
        </p:txBody>
      </p:sp>
      <p:sp>
        <p:nvSpPr>
          <p:cNvPr id="38" name="Text Placeholder 9"/>
          <p:cNvSpPr>
            <a:spLocks noGrp="1"/>
          </p:cNvSpPr>
          <p:nvPr>
            <p:ph type="body" sz="quarter" idx="157"/>
          </p:nvPr>
        </p:nvSpPr>
        <p:spPr>
          <a:xfrm>
            <a:off x="916901" y="6246906"/>
            <a:ext cx="10017799"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5">
            <a:extLst>
              <a:ext uri="{FF2B5EF4-FFF2-40B4-BE49-F238E27FC236}">
                <a16:creationId xmlns:a16="http://schemas.microsoft.com/office/drawing/2014/main" id="{652737DD-B1A6-4D41-9C8D-9A93E090FAE3}"/>
              </a:ext>
            </a:extLst>
          </p:cNvPr>
          <p:cNvSpPr>
            <a:spLocks noGrp="1"/>
          </p:cNvSpPr>
          <p:nvPr>
            <p:ph type="body" sz="quarter" idx="165" hasCustomPrompt="1"/>
          </p:nvPr>
        </p:nvSpPr>
        <p:spPr>
          <a:xfrm>
            <a:off x="11591244" y="5494271"/>
            <a:ext cx="10015592"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MATERIALS AND METHODS</a:t>
            </a:r>
          </a:p>
        </p:txBody>
      </p:sp>
      <p:sp>
        <p:nvSpPr>
          <p:cNvPr id="30" name="Text Placeholder 9">
            <a:extLst>
              <a:ext uri="{FF2B5EF4-FFF2-40B4-BE49-F238E27FC236}">
                <a16:creationId xmlns:a16="http://schemas.microsoft.com/office/drawing/2014/main" id="{ECE2636A-B209-4444-AFAD-96BF1EF74A08}"/>
              </a:ext>
            </a:extLst>
          </p:cNvPr>
          <p:cNvSpPr>
            <a:spLocks noGrp="1"/>
          </p:cNvSpPr>
          <p:nvPr>
            <p:ph type="body" sz="quarter" idx="178"/>
          </p:nvPr>
        </p:nvSpPr>
        <p:spPr>
          <a:xfrm>
            <a:off x="11582400" y="6246906"/>
            <a:ext cx="10020300"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5">
            <a:extLst>
              <a:ext uri="{FF2B5EF4-FFF2-40B4-BE49-F238E27FC236}">
                <a16:creationId xmlns:a16="http://schemas.microsoft.com/office/drawing/2014/main" id="{908EB3C9-CB15-4087-A546-BD4985500B88}"/>
              </a:ext>
            </a:extLst>
          </p:cNvPr>
          <p:cNvSpPr>
            <a:spLocks noGrp="1"/>
          </p:cNvSpPr>
          <p:nvPr>
            <p:ph type="body" sz="quarter" idx="187" hasCustomPrompt="1"/>
          </p:nvPr>
        </p:nvSpPr>
        <p:spPr>
          <a:xfrm>
            <a:off x="930194" y="18977598"/>
            <a:ext cx="10004330"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OBJECTIVES</a:t>
            </a:r>
          </a:p>
        </p:txBody>
      </p:sp>
      <p:sp>
        <p:nvSpPr>
          <p:cNvPr id="52" name="Text Placeholder 9">
            <a:extLst>
              <a:ext uri="{FF2B5EF4-FFF2-40B4-BE49-F238E27FC236}">
                <a16:creationId xmlns:a16="http://schemas.microsoft.com/office/drawing/2014/main" id="{9FDA0773-1FE0-4728-A1F5-C436776EAB42}"/>
              </a:ext>
            </a:extLst>
          </p:cNvPr>
          <p:cNvSpPr>
            <a:spLocks noGrp="1"/>
          </p:cNvSpPr>
          <p:nvPr>
            <p:ph type="body" sz="quarter" idx="188"/>
          </p:nvPr>
        </p:nvSpPr>
        <p:spPr>
          <a:xfrm>
            <a:off x="930193" y="19730233"/>
            <a:ext cx="10004507"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5">
            <a:extLst>
              <a:ext uri="{FF2B5EF4-FFF2-40B4-BE49-F238E27FC236}">
                <a16:creationId xmlns:a16="http://schemas.microsoft.com/office/drawing/2014/main" id="{F110AEC8-93C7-4A0C-BC30-682880E5F086}"/>
              </a:ext>
            </a:extLst>
          </p:cNvPr>
          <p:cNvSpPr>
            <a:spLocks noGrp="1"/>
          </p:cNvSpPr>
          <p:nvPr>
            <p:ph type="body" sz="quarter" idx="189" hasCustomPrompt="1"/>
          </p:nvPr>
        </p:nvSpPr>
        <p:spPr>
          <a:xfrm>
            <a:off x="22297344" y="5507710"/>
            <a:ext cx="10015590"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results</a:t>
            </a:r>
          </a:p>
        </p:txBody>
      </p:sp>
      <p:sp>
        <p:nvSpPr>
          <p:cNvPr id="62" name="Text Placeholder 9">
            <a:extLst>
              <a:ext uri="{FF2B5EF4-FFF2-40B4-BE49-F238E27FC236}">
                <a16:creationId xmlns:a16="http://schemas.microsoft.com/office/drawing/2014/main" id="{F9CD33FB-B993-493F-95FC-70AF51B4F9C9}"/>
              </a:ext>
            </a:extLst>
          </p:cNvPr>
          <p:cNvSpPr>
            <a:spLocks noGrp="1"/>
          </p:cNvSpPr>
          <p:nvPr>
            <p:ph type="body" sz="quarter" idx="190"/>
          </p:nvPr>
        </p:nvSpPr>
        <p:spPr>
          <a:xfrm>
            <a:off x="22288501" y="6260345"/>
            <a:ext cx="10020300"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3" name="Text Placeholder 5">
            <a:extLst>
              <a:ext uri="{FF2B5EF4-FFF2-40B4-BE49-F238E27FC236}">
                <a16:creationId xmlns:a16="http://schemas.microsoft.com/office/drawing/2014/main" id="{E8E00E69-0E96-4B46-A1B9-16881A33D210}"/>
              </a:ext>
            </a:extLst>
          </p:cNvPr>
          <p:cNvSpPr>
            <a:spLocks noGrp="1"/>
          </p:cNvSpPr>
          <p:nvPr>
            <p:ph type="body" sz="quarter" idx="191" hasCustomPrompt="1"/>
          </p:nvPr>
        </p:nvSpPr>
        <p:spPr>
          <a:xfrm>
            <a:off x="32956142" y="5507710"/>
            <a:ext cx="10009161"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conclusion</a:t>
            </a:r>
          </a:p>
        </p:txBody>
      </p:sp>
      <p:sp>
        <p:nvSpPr>
          <p:cNvPr id="64" name="Text Placeholder 9">
            <a:extLst>
              <a:ext uri="{FF2B5EF4-FFF2-40B4-BE49-F238E27FC236}">
                <a16:creationId xmlns:a16="http://schemas.microsoft.com/office/drawing/2014/main" id="{BAAAC21B-7F2B-487F-BEC4-58C38C568670}"/>
              </a:ext>
            </a:extLst>
          </p:cNvPr>
          <p:cNvSpPr>
            <a:spLocks noGrp="1"/>
          </p:cNvSpPr>
          <p:nvPr>
            <p:ph type="body" sz="quarter" idx="192"/>
          </p:nvPr>
        </p:nvSpPr>
        <p:spPr>
          <a:xfrm>
            <a:off x="32956500" y="6260345"/>
            <a:ext cx="10012900"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5" name="Text Placeholder 5">
            <a:extLst>
              <a:ext uri="{FF2B5EF4-FFF2-40B4-BE49-F238E27FC236}">
                <a16:creationId xmlns:a16="http://schemas.microsoft.com/office/drawing/2014/main" id="{59B0C7A5-E0E3-4314-B563-0B9357C3E2A8}"/>
              </a:ext>
            </a:extLst>
          </p:cNvPr>
          <p:cNvSpPr>
            <a:spLocks noGrp="1"/>
          </p:cNvSpPr>
          <p:nvPr>
            <p:ph type="body" sz="quarter" idx="193" hasCustomPrompt="1"/>
          </p:nvPr>
        </p:nvSpPr>
        <p:spPr>
          <a:xfrm>
            <a:off x="32956145" y="15021431"/>
            <a:ext cx="10018002"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references</a:t>
            </a:r>
          </a:p>
        </p:txBody>
      </p:sp>
      <p:sp>
        <p:nvSpPr>
          <p:cNvPr id="66" name="Text Placeholder 9">
            <a:extLst>
              <a:ext uri="{FF2B5EF4-FFF2-40B4-BE49-F238E27FC236}">
                <a16:creationId xmlns:a16="http://schemas.microsoft.com/office/drawing/2014/main" id="{6F3E59AB-F20F-47AC-AE57-D7859FE9C715}"/>
              </a:ext>
            </a:extLst>
          </p:cNvPr>
          <p:cNvSpPr>
            <a:spLocks noGrp="1"/>
          </p:cNvSpPr>
          <p:nvPr>
            <p:ph type="body" sz="quarter" idx="194"/>
          </p:nvPr>
        </p:nvSpPr>
        <p:spPr>
          <a:xfrm>
            <a:off x="32956500" y="15774066"/>
            <a:ext cx="10021742"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7" name="Text Placeholder 5">
            <a:extLst>
              <a:ext uri="{FF2B5EF4-FFF2-40B4-BE49-F238E27FC236}">
                <a16:creationId xmlns:a16="http://schemas.microsoft.com/office/drawing/2014/main" id="{3FCD37EB-E20C-46EF-8FE5-377116585725}"/>
              </a:ext>
            </a:extLst>
          </p:cNvPr>
          <p:cNvSpPr>
            <a:spLocks noGrp="1"/>
          </p:cNvSpPr>
          <p:nvPr>
            <p:ph type="body" sz="quarter" idx="195" hasCustomPrompt="1"/>
          </p:nvPr>
        </p:nvSpPr>
        <p:spPr>
          <a:xfrm>
            <a:off x="32955786" y="25654614"/>
            <a:ext cx="10022217"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acknowledgements</a:t>
            </a:r>
          </a:p>
        </p:txBody>
      </p:sp>
      <p:sp>
        <p:nvSpPr>
          <p:cNvPr id="68" name="Text Placeholder 9">
            <a:extLst>
              <a:ext uri="{FF2B5EF4-FFF2-40B4-BE49-F238E27FC236}">
                <a16:creationId xmlns:a16="http://schemas.microsoft.com/office/drawing/2014/main" id="{DF8FBFED-FDDB-4795-A4FF-DC86974B5758}"/>
              </a:ext>
            </a:extLst>
          </p:cNvPr>
          <p:cNvSpPr>
            <a:spLocks noGrp="1"/>
          </p:cNvSpPr>
          <p:nvPr>
            <p:ph type="body" sz="quarter" idx="196"/>
          </p:nvPr>
        </p:nvSpPr>
        <p:spPr>
          <a:xfrm>
            <a:off x="32956142" y="26407249"/>
            <a:ext cx="10025958"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7">
            <a:extLst>
              <a:ext uri="{FF2B5EF4-FFF2-40B4-BE49-F238E27FC236}">
                <a16:creationId xmlns:a16="http://schemas.microsoft.com/office/drawing/2014/main" id="{F3163FC8-0284-4C55-B6C9-F4768769188B}"/>
              </a:ext>
            </a:extLst>
          </p:cNvPr>
          <p:cNvSpPr>
            <a:spLocks noGrp="1"/>
          </p:cNvSpPr>
          <p:nvPr>
            <p:ph type="body" sz="quarter" idx="183" hasCustomPrompt="1"/>
          </p:nvPr>
        </p:nvSpPr>
        <p:spPr>
          <a:xfrm>
            <a:off x="957489" y="294368"/>
            <a:ext cx="31993568" cy="2317750"/>
          </a:xfrm>
          <a:prstGeom prst="rect">
            <a:avLst/>
          </a:prstGeom>
        </p:spPr>
        <p:txBody>
          <a:bodyPr>
            <a:normAutofit/>
          </a:bodyPr>
          <a:lstStyle>
            <a:lvl1pPr marL="0" indent="0">
              <a:buFontTx/>
              <a:buNone/>
              <a:defRPr sz="8000" cap="all" baseline="0">
                <a:solidFill>
                  <a:schemeClr val="bg1"/>
                </a:solidFill>
                <a:latin typeface="Franklin Gothic Medium" panose="020B0603020102020204" pitchFamily="34" charset="0"/>
              </a:defRPr>
            </a:lvl1pPr>
          </a:lstStyle>
          <a:p>
            <a:pPr lvl="0"/>
            <a:r>
              <a:rPr lang="en-US" dirty="0"/>
              <a:t>CLICK HERE TO ADD TITLE: ADJUST TEXT BOX POSITIONING IF ONLY USING ONE LINE</a:t>
            </a:r>
          </a:p>
        </p:txBody>
      </p:sp>
      <p:sp>
        <p:nvSpPr>
          <p:cNvPr id="19" name="Text Placeholder 7">
            <a:extLst>
              <a:ext uri="{FF2B5EF4-FFF2-40B4-BE49-F238E27FC236}">
                <a16:creationId xmlns:a16="http://schemas.microsoft.com/office/drawing/2014/main" id="{1F560F39-722C-48E8-9629-3D7B7302468E}"/>
              </a:ext>
            </a:extLst>
          </p:cNvPr>
          <p:cNvSpPr>
            <a:spLocks noGrp="1"/>
          </p:cNvSpPr>
          <p:nvPr>
            <p:ph type="body" sz="quarter" idx="184" hasCustomPrompt="1"/>
          </p:nvPr>
        </p:nvSpPr>
        <p:spPr>
          <a:xfrm>
            <a:off x="957489" y="2764791"/>
            <a:ext cx="31993568" cy="1937838"/>
          </a:xfrm>
          <a:prstGeom prst="rect">
            <a:avLst/>
          </a:prstGeom>
        </p:spPr>
        <p:txBody>
          <a:bodyPr>
            <a:normAutofit/>
          </a:bodyPr>
          <a:lstStyle>
            <a:lvl1pPr marL="0" indent="0">
              <a:buFontTx/>
              <a:buNone/>
              <a:defRPr sz="5400">
                <a:solidFill>
                  <a:srgbClr val="FEC24D"/>
                </a:solidFill>
                <a:latin typeface="Rockwell" panose="02060603020205020403" pitchFamily="18" charset="0"/>
              </a:defRPr>
            </a:lvl1pPr>
          </a:lstStyle>
          <a:p>
            <a:pPr lvl="0"/>
            <a:r>
              <a:rPr lang="en-US" dirty="0"/>
              <a:t>Click here to add Authors &amp; Affiliations: Adjust text box positioning if only using one line</a:t>
            </a:r>
          </a:p>
        </p:txBody>
      </p:sp>
    </p:spTree>
    <p:extLst>
      <p:ext uri="{BB962C8B-B14F-4D97-AF65-F5344CB8AC3E}">
        <p14:creationId xmlns:p14="http://schemas.microsoft.com/office/powerpoint/2010/main" val="3176154157"/>
      </p:ext>
    </p:extLst>
  </p:cSld>
  <p:clrMapOvr>
    <a:masterClrMapping/>
  </p:clrMapOvr>
  <p:extLst>
    <p:ext uri="{DCECCB84-F9BA-43D5-87BE-67443E8EF086}">
      <p15:sldGuideLst xmlns:p15="http://schemas.microsoft.com/office/powerpoint/2012/main">
        <p15:guide id="1" pos="3744" userDrawn="1">
          <p15:clr>
            <a:srgbClr val="FDE53C"/>
          </p15:clr>
        </p15:guide>
        <p15:guide id="3" pos="6888" userDrawn="1">
          <p15:clr>
            <a:srgbClr val="F26B43"/>
          </p15:clr>
        </p15:guide>
        <p15:guide id="4" pos="20760" userDrawn="1">
          <p15:clr>
            <a:srgbClr val="F26B43"/>
          </p15:clr>
        </p15:guide>
        <p15:guide id="5" pos="7296" userDrawn="1">
          <p15:clr>
            <a:srgbClr val="F26B43"/>
          </p15:clr>
        </p15:guide>
        <p15:guide id="6" pos="20352" userDrawn="1">
          <p15:clr>
            <a:srgbClr val="F26B43"/>
          </p15:clr>
        </p15:guide>
        <p15:guide id="8" orient="horz" pos="3456" userDrawn="1">
          <p15:clr>
            <a:srgbClr val="F26B43"/>
          </p15:clr>
        </p15:guide>
        <p15:guide id="10" pos="23904" userDrawn="1">
          <p15:clr>
            <a:srgbClr val="FDE53C"/>
          </p15:clr>
        </p15:guide>
        <p15:guide id="11" pos="10392" userDrawn="1">
          <p15:clr>
            <a:srgbClr val="FDE53C"/>
          </p15:clr>
        </p15:guide>
        <p15:guide id="12" pos="14040" userDrawn="1">
          <p15:clr>
            <a:srgbClr val="F26B43"/>
          </p15:clr>
        </p15:guide>
        <p15:guide id="13" pos="13608" userDrawn="1">
          <p15:clr>
            <a:srgbClr val="F26B43"/>
          </p15:clr>
        </p15:guide>
        <p15:guide id="14" pos="17208" userDrawn="1">
          <p15:clr>
            <a:srgbClr val="FDE53C"/>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4" name="Text Placeholder 7">
            <a:extLst>
              <a:ext uri="{FF2B5EF4-FFF2-40B4-BE49-F238E27FC236}">
                <a16:creationId xmlns:a16="http://schemas.microsoft.com/office/drawing/2014/main" id="{7A947B71-3CCD-4976-8DB2-CA68781F2D17}"/>
              </a:ext>
            </a:extLst>
          </p:cNvPr>
          <p:cNvSpPr>
            <a:spLocks noGrp="1"/>
          </p:cNvSpPr>
          <p:nvPr>
            <p:ph type="body" sz="quarter" idx="183" hasCustomPrompt="1"/>
          </p:nvPr>
        </p:nvSpPr>
        <p:spPr>
          <a:xfrm>
            <a:off x="957489" y="294368"/>
            <a:ext cx="31993568" cy="2317750"/>
          </a:xfrm>
          <a:prstGeom prst="rect">
            <a:avLst/>
          </a:prstGeom>
        </p:spPr>
        <p:txBody>
          <a:bodyPr>
            <a:normAutofit/>
          </a:bodyPr>
          <a:lstStyle>
            <a:lvl1pPr marL="0" indent="0">
              <a:buFontTx/>
              <a:buNone/>
              <a:defRPr sz="8000" cap="all" baseline="0">
                <a:solidFill>
                  <a:schemeClr val="bg1"/>
                </a:solidFill>
                <a:latin typeface="Franklin Gothic Medium" panose="020B0603020102020204" pitchFamily="34" charset="0"/>
              </a:defRPr>
            </a:lvl1pPr>
          </a:lstStyle>
          <a:p>
            <a:pPr lvl="0"/>
            <a:r>
              <a:rPr lang="en-US" dirty="0"/>
              <a:t>CLICK HERE TO ADD TITLE: ADJUST TEXT BOX POSITIONING IF ONLY USING ONE LINE</a:t>
            </a:r>
          </a:p>
        </p:txBody>
      </p:sp>
      <p:sp>
        <p:nvSpPr>
          <p:cNvPr id="7" name="Text Placeholder 7">
            <a:extLst>
              <a:ext uri="{FF2B5EF4-FFF2-40B4-BE49-F238E27FC236}">
                <a16:creationId xmlns:a16="http://schemas.microsoft.com/office/drawing/2014/main" id="{CCCFEA2F-681C-4325-A10A-402388EB69E3}"/>
              </a:ext>
            </a:extLst>
          </p:cNvPr>
          <p:cNvSpPr>
            <a:spLocks noGrp="1"/>
          </p:cNvSpPr>
          <p:nvPr>
            <p:ph type="body" sz="quarter" idx="184" hasCustomPrompt="1"/>
          </p:nvPr>
        </p:nvSpPr>
        <p:spPr>
          <a:xfrm>
            <a:off x="957489" y="2764791"/>
            <a:ext cx="31993568" cy="1937838"/>
          </a:xfrm>
          <a:prstGeom prst="rect">
            <a:avLst/>
          </a:prstGeom>
        </p:spPr>
        <p:txBody>
          <a:bodyPr>
            <a:normAutofit/>
          </a:bodyPr>
          <a:lstStyle>
            <a:lvl1pPr marL="0" indent="0">
              <a:buFontTx/>
              <a:buNone/>
              <a:defRPr sz="5400">
                <a:solidFill>
                  <a:srgbClr val="FEC24D"/>
                </a:solidFill>
                <a:latin typeface="Rockwell" panose="02060603020205020403" pitchFamily="18" charset="0"/>
              </a:defRPr>
            </a:lvl1pPr>
          </a:lstStyle>
          <a:p>
            <a:pPr lvl="0"/>
            <a:r>
              <a:rPr lang="en-US" dirty="0"/>
              <a:t>Click here to add Authors &amp; Affiliations: Adjust text box positioning if only using one line</a:t>
            </a:r>
          </a:p>
        </p:txBody>
      </p:sp>
    </p:spTree>
    <p:extLst>
      <p:ext uri="{BB962C8B-B14F-4D97-AF65-F5344CB8AC3E}">
        <p14:creationId xmlns:p14="http://schemas.microsoft.com/office/powerpoint/2010/main" val="3992972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3.png"/><Relationship Id="rId13" Type="http://schemas.openxmlformats.org/officeDocument/2006/relationships/image" Target="../media/image8.jpeg"/><Relationship Id="rId3" Type="http://schemas.openxmlformats.org/officeDocument/2006/relationships/slideLayout" Target="../slideLayouts/slideLayout3.xml"/><Relationship Id="rId7" Type="http://schemas.openxmlformats.org/officeDocument/2006/relationships/image" Target="../media/image2.svg"/><Relationship Id="rId12" Type="http://schemas.openxmlformats.org/officeDocument/2006/relationships/image" Target="../media/image7.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11" Type="http://schemas.openxmlformats.org/officeDocument/2006/relationships/image" Target="../media/image6.jpeg"/><Relationship Id="rId5" Type="http://schemas.openxmlformats.org/officeDocument/2006/relationships/theme" Target="../theme/theme1.xml"/><Relationship Id="rId15" Type="http://schemas.openxmlformats.org/officeDocument/2006/relationships/image" Target="../media/image10.jpeg"/><Relationship Id="rId10" Type="http://schemas.openxmlformats.org/officeDocument/2006/relationships/image" Target="../media/image5.jpeg"/><Relationship Id="rId4" Type="http://schemas.openxmlformats.org/officeDocument/2006/relationships/slideLayout" Target="../slideLayouts/slideLayout4.xml"/><Relationship Id="rId9" Type="http://schemas.openxmlformats.org/officeDocument/2006/relationships/image" Target="../media/image4.png"/><Relationship Id="rId14" Type="http://schemas.openxmlformats.org/officeDocument/2006/relationships/image" Target="../media/image9.jpe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0D2487A0-83C4-4D6A-BAB2-EA459FD0C8BE}"/>
              </a:ext>
            </a:extLst>
          </p:cNvPr>
          <p:cNvGrpSpPr/>
          <p:nvPr userDrawn="1"/>
        </p:nvGrpSpPr>
        <p:grpSpPr>
          <a:xfrm>
            <a:off x="0" y="32275720"/>
            <a:ext cx="43891199" cy="642680"/>
            <a:chOff x="0" y="32275720"/>
            <a:chExt cx="43891199" cy="642680"/>
          </a:xfrm>
        </p:grpSpPr>
        <p:sp>
          <p:nvSpPr>
            <p:cNvPr id="31" name="Freeform 19">
              <a:extLst>
                <a:ext uri="{FF2B5EF4-FFF2-40B4-BE49-F238E27FC236}">
                  <a16:creationId xmlns:a16="http://schemas.microsoft.com/office/drawing/2014/main" id="{45CAD17A-BE9A-4682-A071-32FD2AE50817}"/>
                </a:ext>
              </a:extLst>
            </p:cNvPr>
            <p:cNvSpPr/>
            <p:nvPr userDrawn="1"/>
          </p:nvSpPr>
          <p:spPr>
            <a:xfrm>
              <a:off x="0" y="32275720"/>
              <a:ext cx="37383168" cy="642680"/>
            </a:xfrm>
            <a:custGeom>
              <a:avLst/>
              <a:gdLst/>
              <a:ahLst/>
              <a:cxnLst/>
              <a:rect l="l" t="t" r="r" b="b"/>
              <a:pathLst>
                <a:path w="5034770" h="86556">
                  <a:moveTo>
                    <a:pt x="0" y="0"/>
                  </a:moveTo>
                  <a:lnTo>
                    <a:pt x="5034770" y="0"/>
                  </a:lnTo>
                  <a:lnTo>
                    <a:pt x="5034770" y="86556"/>
                  </a:lnTo>
                  <a:lnTo>
                    <a:pt x="0" y="86556"/>
                  </a:lnTo>
                  <a:close/>
                </a:path>
              </a:pathLst>
            </a:custGeom>
            <a:solidFill>
              <a:srgbClr val="FEC24D"/>
            </a:solidFill>
          </p:spPr>
        </p:sp>
        <p:sp>
          <p:nvSpPr>
            <p:cNvPr id="32" name="Freeform 22">
              <a:extLst>
                <a:ext uri="{FF2B5EF4-FFF2-40B4-BE49-F238E27FC236}">
                  <a16:creationId xmlns:a16="http://schemas.microsoft.com/office/drawing/2014/main" id="{7FEB0161-CAD1-47D6-BE79-2584D00E818D}"/>
                </a:ext>
              </a:extLst>
            </p:cNvPr>
            <p:cNvSpPr/>
            <p:nvPr userDrawn="1"/>
          </p:nvSpPr>
          <p:spPr>
            <a:xfrm>
              <a:off x="35949208" y="32275720"/>
              <a:ext cx="7941991" cy="642680"/>
            </a:xfrm>
            <a:custGeom>
              <a:avLst/>
              <a:gdLst/>
              <a:ahLst/>
              <a:cxnLst/>
              <a:rect l="l" t="t" r="r" b="b"/>
              <a:pathLst>
                <a:path w="1069629" h="86556">
                  <a:moveTo>
                    <a:pt x="0" y="0"/>
                  </a:moveTo>
                  <a:lnTo>
                    <a:pt x="1069629" y="0"/>
                  </a:lnTo>
                  <a:lnTo>
                    <a:pt x="1069629" y="86556"/>
                  </a:lnTo>
                  <a:lnTo>
                    <a:pt x="0" y="86556"/>
                  </a:lnTo>
                  <a:close/>
                </a:path>
              </a:pathLst>
            </a:custGeom>
            <a:solidFill>
              <a:srgbClr val="FF4613"/>
            </a:solidFill>
          </p:spPr>
        </p:sp>
      </p:grpSp>
      <p:pic>
        <p:nvPicPr>
          <p:cNvPr id="23" name="Graphic 22">
            <a:extLst>
              <a:ext uri="{FF2B5EF4-FFF2-40B4-BE49-F238E27FC236}">
                <a16:creationId xmlns:a16="http://schemas.microsoft.com/office/drawing/2014/main" id="{01C64AA7-F838-4224-9FD9-D29B90F16379}"/>
              </a:ext>
            </a:extLst>
          </p:cNvPr>
          <p:cNvPicPr>
            <a:picLocks noChangeAspect="1"/>
          </p:cNvPicPr>
          <p:nvPr userDrawn="1"/>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5949208" y="30662131"/>
            <a:ext cx="7053471" cy="1109812"/>
          </a:xfrm>
          <a:prstGeom prst="rect">
            <a:avLst/>
          </a:prstGeom>
        </p:spPr>
      </p:pic>
      <p:sp>
        <p:nvSpPr>
          <p:cNvPr id="35" name="Rectangle 34">
            <a:extLst>
              <a:ext uri="{FF2B5EF4-FFF2-40B4-BE49-F238E27FC236}">
                <a16:creationId xmlns:a16="http://schemas.microsoft.com/office/drawing/2014/main" id="{D1F7DBCE-93E0-487B-AB69-1BD95747772A}"/>
              </a:ext>
            </a:extLst>
          </p:cNvPr>
          <p:cNvSpPr/>
          <p:nvPr userDrawn="1"/>
        </p:nvSpPr>
        <p:spPr>
          <a:xfrm>
            <a:off x="-12068693" y="-6876"/>
            <a:ext cx="11222432" cy="32918401"/>
          </a:xfrm>
          <a:prstGeom prst="rect">
            <a:avLst/>
          </a:prstGeom>
          <a:solidFill>
            <a:srgbClr val="A1C5E1"/>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lvl="0" indent="0" algn="ctr" defTabSz="977900" rtl="0" eaLnBrk="1" fontAlgn="auto" latinLnBrk="0" hangingPunct="1">
              <a:lnSpc>
                <a:spcPct val="15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003764"/>
                </a:solidFill>
                <a:effectLst/>
                <a:uLnTx/>
                <a:uFillTx/>
                <a:latin typeface="Frutiger LT Std 45 Light" pitchFamily="34" charset="0"/>
                <a:ea typeface="+mn-ea"/>
                <a:cs typeface="+mn-cs"/>
              </a:rPr>
              <a:t>THESE INSTRUCTIONS WILL NOT PRINT</a:t>
            </a:r>
          </a:p>
          <a:p>
            <a:pPr marL="0" marR="0" lvl="0" indent="0" algn="ctr" defTabSz="114300" rtl="0" eaLnBrk="1" fontAlgn="auto" latinLnBrk="0" hangingPunct="1">
              <a:lnSpc>
                <a:spcPct val="15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C000"/>
              </a:solidFill>
              <a:effectLst/>
              <a:uLnTx/>
              <a:uFillTx/>
              <a:latin typeface="Frutiger LT Std 45 Light" pitchFamily="34" charset="0"/>
              <a:ea typeface="+mn-ea"/>
              <a:cs typeface="+mn-cs"/>
            </a:endParaRPr>
          </a:p>
          <a:p>
            <a:pPr marL="0" marR="0" lvl="0" indent="0" algn="ctr" defTabSz="4388166" rtl="0" eaLnBrk="1" fontAlgn="auto" latinLnBrk="0" hangingPunct="1">
              <a:lnSpc>
                <a:spcPct val="150000"/>
              </a:lnSpc>
              <a:spcBef>
                <a:spcPts val="0"/>
              </a:spcBef>
              <a:spcAft>
                <a:spcPts val="0"/>
              </a:spcAft>
              <a:buClrTx/>
              <a:buSzTx/>
              <a:buFontTx/>
              <a:buNone/>
              <a:tabLst/>
              <a:defRPr/>
            </a:pPr>
            <a:r>
              <a:rPr kumimoji="0" lang="en-US" sz="4000" b="1" i="0" u="none" strike="noStrike" kern="1200" cap="none" spc="600" normalizeH="0" baseline="0" noProof="0" dirty="0">
                <a:ln>
                  <a:noFill/>
                </a:ln>
                <a:solidFill>
                  <a:schemeClr val="bg1"/>
                </a:solidFill>
                <a:effectLst/>
                <a:uLnTx/>
                <a:uFillTx/>
                <a:latin typeface="Frutiger LT Std 55 Roman" pitchFamily="34" charset="0"/>
                <a:ea typeface="+mn-ea"/>
                <a:cs typeface="+mn-cs"/>
              </a:rPr>
              <a:t>LAYOUT &amp; DESIGN</a:t>
            </a:r>
          </a:p>
          <a:p>
            <a:pPr algn="ctr">
              <a:lnSpc>
                <a:spcPct val="150000"/>
              </a:lnSpc>
            </a:pPr>
            <a:endParaRPr lang="en-US" sz="3200" b="1" dirty="0">
              <a:solidFill>
                <a:schemeClr val="bg1"/>
              </a:solidFill>
              <a:latin typeface="Frutiger LT Std 55 Roman" pitchFamily="34" charset="0"/>
            </a:endParaRPr>
          </a:p>
          <a:p>
            <a:pPr algn="ctr" defTabSz="2743200">
              <a:lnSpc>
                <a:spcPct val="150000"/>
              </a:lnSpc>
            </a:pPr>
            <a:r>
              <a:rPr lang="en-US" sz="3600" b="1" dirty="0">
                <a:solidFill>
                  <a:schemeClr val="bg1"/>
                </a:solidFill>
                <a:latin typeface="Frutiger LT Std 55 Roman" pitchFamily="34" charset="0"/>
              </a:rPr>
              <a:t>Start</a:t>
            </a:r>
          </a:p>
          <a:p>
            <a:pPr algn="ctr" defTabSz="2743200">
              <a:lnSpc>
                <a:spcPct val="150000"/>
              </a:lnSpc>
            </a:pPr>
            <a:endParaRPr lang="en-US" sz="3200" b="1" dirty="0">
              <a:solidFill>
                <a:srgbClr val="FFFFFF"/>
              </a:solidFill>
              <a:latin typeface="Frutiger LT Std 55 Roman" pitchFamily="34" charset="0"/>
            </a:endParaRPr>
          </a:p>
          <a:p>
            <a:pPr algn="ctr" defTabSz="2743200">
              <a:lnSpc>
                <a:spcPct val="150000"/>
              </a:lnSpc>
            </a:pPr>
            <a:r>
              <a:rPr lang="en-US" sz="2600" dirty="0">
                <a:solidFill>
                  <a:schemeClr val="tx1"/>
                </a:solidFill>
                <a:latin typeface="Frutiger LT Std 45 Light" panose="020B0402020204020204" pitchFamily="34" charset="0"/>
              </a:rPr>
              <a:t>From the HOME tab, select LAYOUT to see the available layout options. After choosing your layout, begin designing your poster. This template contains helpful guidelines for each layout. Go to the VIEW tab and make sure the box next to GUIDES, in the SHOW section, is checked.</a:t>
            </a:r>
          </a:p>
          <a:p>
            <a:pPr algn="ctr">
              <a:lnSpc>
                <a:spcPct val="150000"/>
              </a:lnSpc>
            </a:pPr>
            <a:endParaRPr lang="en-US" sz="3200" b="1" baseline="0" dirty="0">
              <a:solidFill>
                <a:srgbClr val="FFC000"/>
              </a:solidFill>
              <a:latin typeface="Frutiger LT Std 55 Roman" pitchFamily="34" charset="0"/>
            </a:endParaRPr>
          </a:p>
          <a:p>
            <a:pPr marL="0" marR="0" lvl="0" indent="0" algn="ctr" defTabSz="4388166" rtl="0" eaLnBrk="1" fontAlgn="auto" latinLnBrk="0" hangingPunct="1">
              <a:lnSpc>
                <a:spcPct val="150000"/>
              </a:lnSpc>
              <a:spcBef>
                <a:spcPts val="0"/>
              </a:spcBef>
              <a:spcAft>
                <a:spcPts val="0"/>
              </a:spcAft>
              <a:buClrTx/>
              <a:buSzTx/>
              <a:buFontTx/>
              <a:buNone/>
              <a:tabLst/>
              <a:defRPr/>
            </a:pPr>
            <a:r>
              <a:rPr kumimoji="0" lang="en-US" sz="3600" b="1" i="0" u="none" strike="noStrike" kern="1200" cap="none" spc="0" normalizeH="0" baseline="0" noProof="0" dirty="0">
                <a:ln>
                  <a:noFill/>
                </a:ln>
                <a:solidFill>
                  <a:schemeClr val="bg1"/>
                </a:solidFill>
                <a:effectLst/>
                <a:uLnTx/>
                <a:uFillTx/>
                <a:latin typeface="Frutiger LT Std 55 Roman" pitchFamily="34" charset="0"/>
                <a:ea typeface="+mn-ea"/>
                <a:cs typeface="+mn-cs"/>
              </a:rPr>
              <a:t>Title, Authors, and Affiliations</a:t>
            </a:r>
          </a:p>
          <a:p>
            <a:pPr marL="0" marR="0" lvl="0" indent="0" algn="ctr" defTabSz="4388166" rtl="0" eaLnBrk="1" fontAlgn="auto" latinLnBrk="0" hangingPunct="1">
              <a:lnSpc>
                <a:spcPct val="15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chemeClr val="tx1"/>
              </a:solidFill>
              <a:effectLst/>
              <a:uLnTx/>
              <a:uFillTx/>
              <a:latin typeface="Frutiger LT Std 55 Roman" pitchFamily="34" charset="0"/>
              <a:ea typeface="+mn-ea"/>
              <a:cs typeface="+mn-cs"/>
            </a:endParaRPr>
          </a:p>
          <a:p>
            <a:pPr marL="0" marR="0" lvl="0" indent="0" algn="l" defTabSz="4388166" rtl="0" eaLnBrk="1" fontAlgn="auto" latinLnBrk="0" hangingPunct="1">
              <a:lnSpc>
                <a:spcPct val="150000"/>
              </a:lnSpc>
              <a:spcBef>
                <a:spcPts val="0"/>
              </a:spcBef>
              <a:spcAft>
                <a:spcPts val="0"/>
              </a:spcAft>
              <a:buClrTx/>
              <a:buSzTx/>
              <a:buFontTx/>
              <a:buNone/>
              <a:tabLst/>
              <a:defRPr/>
            </a:pPr>
            <a:r>
              <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rPr>
              <a:t>Start designing your poster by adding the title, the names of the authors, and the affiliated institutions. You can type or paste text into the provided boxes. The template will automatically adjust the size of your text to fit the title box. You can override this feature and manually change the size of your text. </a:t>
            </a:r>
          </a:p>
          <a:p>
            <a:pPr marL="0" marR="0" lvl="0" indent="0" algn="l" defTabSz="4388166" rtl="0" eaLnBrk="1" fontAlgn="auto" latinLnBrk="0" hangingPunct="1">
              <a:lnSpc>
                <a:spcPct val="150000"/>
              </a:lnSpc>
              <a:spcBef>
                <a:spcPts val="0"/>
              </a:spcBef>
              <a:spcAft>
                <a:spcPts val="0"/>
              </a:spcAft>
              <a:buClrTx/>
              <a:buSzTx/>
              <a:buFontTx/>
              <a:buNone/>
              <a:tabLst/>
              <a:defRPr/>
            </a:pPr>
            <a:endPar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endParaRPr>
          </a:p>
          <a:p>
            <a:pPr marL="0" marR="0" lvl="0" indent="0" algn="l" defTabSz="4388166" rtl="0" eaLnBrk="1" fontAlgn="auto" latinLnBrk="0" hangingPunct="1">
              <a:lnSpc>
                <a:spcPct val="150000"/>
              </a:lnSpc>
              <a:spcBef>
                <a:spcPts val="0"/>
              </a:spcBef>
              <a:spcAft>
                <a:spcPts val="0"/>
              </a:spcAft>
              <a:buClrTx/>
              <a:buSzTx/>
              <a:buFontTx/>
              <a:buNone/>
              <a:tabLst/>
              <a:defRPr/>
            </a:pPr>
            <a:r>
              <a:rPr kumimoji="0" lang="en-US" sz="2600" b="1" i="0" u="none" strike="noStrike" kern="1200" cap="none" spc="300" normalizeH="0" baseline="0" noProof="0" dirty="0">
                <a:ln>
                  <a:noFill/>
                </a:ln>
                <a:solidFill>
                  <a:schemeClr val="tx1"/>
                </a:solidFill>
                <a:effectLst/>
                <a:uLnTx/>
                <a:uFillTx/>
                <a:latin typeface="Frutiger LT Std 45 Light" pitchFamily="34" charset="0"/>
                <a:ea typeface="+mn-ea"/>
                <a:cs typeface="+mn-cs"/>
              </a:rPr>
              <a:t>TIP</a:t>
            </a:r>
            <a:r>
              <a:rPr kumimoji="0" lang="en-US" sz="2600" b="1" i="0" u="none" strike="noStrike" kern="1200" cap="none" spc="0" normalizeH="0" baseline="0" noProof="0" dirty="0">
                <a:ln>
                  <a:noFill/>
                </a:ln>
                <a:solidFill>
                  <a:schemeClr val="tx1"/>
                </a:solidFill>
                <a:effectLst/>
                <a:uLnTx/>
                <a:uFillTx/>
                <a:latin typeface="Frutiger LT Std 45 Light" pitchFamily="34" charset="0"/>
                <a:ea typeface="+mn-ea"/>
                <a:cs typeface="+mn-cs"/>
              </a:rPr>
              <a:t>: </a:t>
            </a:r>
            <a:r>
              <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rPr>
              <a:t>The font size of your title should be bigger than your name(s) and affiliation(s).</a:t>
            </a:r>
          </a:p>
          <a:p>
            <a:pPr marL="0" marR="0" lvl="0" indent="0" algn="l" defTabSz="4388166" rtl="0" eaLnBrk="1" fontAlgn="auto" latinLnBrk="0" hangingPunct="1">
              <a:lnSpc>
                <a:spcPct val="150000"/>
              </a:lnSpc>
              <a:spcBef>
                <a:spcPts val="0"/>
              </a:spcBef>
              <a:spcAft>
                <a:spcPts val="0"/>
              </a:spcAft>
              <a:buClrTx/>
              <a:buSzTx/>
              <a:buFontTx/>
              <a:buNone/>
              <a:tabLst/>
              <a:defRPr/>
            </a:pPr>
            <a:endPar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endParaRPr>
          </a:p>
          <a:p>
            <a:pPr marL="0" marR="0" lvl="0" indent="0" algn="ctr" defTabSz="4388166" rtl="0" eaLnBrk="1" fontAlgn="auto" latinLnBrk="0" hangingPunct="1">
              <a:lnSpc>
                <a:spcPct val="150000"/>
              </a:lnSpc>
              <a:spcBef>
                <a:spcPts val="0"/>
              </a:spcBef>
              <a:spcAft>
                <a:spcPts val="0"/>
              </a:spcAft>
              <a:buClrTx/>
              <a:buSzTx/>
              <a:buFontTx/>
              <a:buNone/>
              <a:tabLst/>
              <a:defRPr/>
            </a:pPr>
            <a:r>
              <a:rPr kumimoji="0" lang="en-US" sz="3600" b="1" i="0" u="none" strike="noStrike" kern="1200" cap="none" spc="0" normalizeH="0" baseline="0" noProof="0" dirty="0">
                <a:ln>
                  <a:noFill/>
                </a:ln>
                <a:solidFill>
                  <a:schemeClr val="bg1"/>
                </a:solidFill>
                <a:effectLst/>
                <a:uLnTx/>
                <a:uFillTx/>
                <a:latin typeface="Frutiger LT Std 55 Roman" pitchFamily="34" charset="0"/>
                <a:ea typeface="+mn-ea"/>
                <a:cs typeface="+mn-cs"/>
              </a:rPr>
              <a:t>How to Add Text</a:t>
            </a:r>
          </a:p>
          <a:p>
            <a:pPr marL="0" marR="0" lvl="0" indent="0" algn="ctr" defTabSz="4388166" rtl="0" eaLnBrk="1" fontAlgn="auto" latinLnBrk="0" hangingPunct="1">
              <a:lnSpc>
                <a:spcPct val="15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chemeClr val="tx1"/>
              </a:solidFill>
              <a:effectLst/>
              <a:uLnTx/>
              <a:uFillTx/>
              <a:latin typeface="Frutiger LT Std 55 Roman" pitchFamily="34" charset="0"/>
              <a:ea typeface="+mn-ea"/>
              <a:cs typeface="+mn-cs"/>
            </a:endParaRPr>
          </a:p>
          <a:p>
            <a:pPr marL="0" marR="0" lvl="2" indent="0" algn="l" defTabSz="114300" rtl="0" eaLnBrk="1" fontAlgn="auto" latinLnBrk="0" hangingPunct="1">
              <a:lnSpc>
                <a:spcPct val="150000"/>
              </a:lnSpc>
              <a:spcBef>
                <a:spcPts val="0"/>
              </a:spcBef>
              <a:spcAft>
                <a:spcPts val="0"/>
              </a:spcAft>
              <a:buClrTx/>
              <a:buSzTx/>
              <a:buFontTx/>
              <a:buNone/>
              <a:tabLst/>
              <a:defRPr/>
            </a:pPr>
            <a:r>
              <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rPr>
              <a:t>The template comes with a number of pre-formatted placeholder boxes for headers and body text. Additional headers and body text boxes may be added by copying and pasting the existing ones. Note that the boxes must have user-generated text in order to be copied and pasted. The default placeholder text [i.e. (</a:t>
            </a:r>
            <a:r>
              <a:rPr kumimoji="0" lang="en-US" sz="2600" b="0" i="1" u="none" strike="noStrike" kern="1200" cap="none" spc="0" normalizeH="0" baseline="0" noProof="0" dirty="0">
                <a:ln>
                  <a:noFill/>
                </a:ln>
                <a:solidFill>
                  <a:schemeClr val="tx1"/>
                </a:solidFill>
                <a:effectLst/>
                <a:uLnTx/>
                <a:uFillTx/>
                <a:latin typeface="Frutiger LT Std 45 Light" pitchFamily="34" charset="0"/>
                <a:ea typeface="+mn-ea"/>
                <a:cs typeface="+mn-cs"/>
              </a:rPr>
              <a:t>Click to add text)</a:t>
            </a:r>
            <a:r>
              <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rPr>
              <a:t> and </a:t>
            </a:r>
            <a:r>
              <a:rPr kumimoji="0" lang="en-US" sz="2600" b="0" i="1" u="none" strike="noStrike" kern="1200" cap="none" spc="0" normalizeH="0" baseline="0" noProof="0" dirty="0">
                <a:ln>
                  <a:noFill/>
                </a:ln>
                <a:solidFill>
                  <a:schemeClr val="tx1"/>
                </a:solidFill>
                <a:effectLst/>
                <a:uLnTx/>
                <a:uFillTx/>
                <a:latin typeface="Frutiger LT Std 45 Light" pitchFamily="34" charset="0"/>
                <a:ea typeface="+mn-ea"/>
                <a:cs typeface="+mn-cs"/>
              </a:rPr>
              <a:t>(Click to edit) Header</a:t>
            </a:r>
            <a:r>
              <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rPr>
              <a:t>] does not apply.</a:t>
            </a:r>
            <a:endParaRPr kumimoji="0" lang="en-US" sz="2400" b="0" i="0" u="none" strike="noStrike" kern="1200" cap="none" spc="0" normalizeH="0" baseline="0" noProof="0" dirty="0">
              <a:ln>
                <a:noFill/>
              </a:ln>
              <a:solidFill>
                <a:schemeClr val="tx1"/>
              </a:solidFill>
              <a:effectLst/>
              <a:uLnTx/>
              <a:uFillTx/>
              <a:latin typeface="Frutiger LT Std 45 Light" pitchFamily="34" charset="0"/>
              <a:ea typeface="+mn-ea"/>
              <a:cs typeface="+mn-cs"/>
            </a:endParaRPr>
          </a:p>
          <a:p>
            <a:pPr marL="0" marR="0" lvl="0" indent="0" algn="l" defTabSz="4388166" rtl="0" eaLnBrk="1" fontAlgn="auto" latinLnBrk="0" hangingPunct="1">
              <a:lnSpc>
                <a:spcPct val="150000"/>
              </a:lnSpc>
              <a:spcBef>
                <a:spcPts val="0"/>
              </a:spcBef>
              <a:spcAft>
                <a:spcPts val="0"/>
              </a:spcAft>
              <a:buClrTx/>
              <a:buSzTx/>
              <a:buFontTx/>
              <a:buNone/>
              <a:tabLst/>
              <a:defRPr/>
            </a:pPr>
            <a:endPar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endParaRPr>
          </a:p>
          <a:p>
            <a:pPr marL="0" marR="0" lvl="0" indent="0" algn="ctr" defTabSz="4388166" rtl="0" eaLnBrk="1" fontAlgn="auto" latinLnBrk="0" hangingPunct="1">
              <a:lnSpc>
                <a:spcPct val="150000"/>
              </a:lnSpc>
              <a:spcBef>
                <a:spcPts val="0"/>
              </a:spcBef>
              <a:spcAft>
                <a:spcPts val="0"/>
              </a:spcAft>
              <a:buClrTx/>
              <a:buSzTx/>
              <a:buFontTx/>
              <a:buNone/>
              <a:tabLst/>
              <a:defRPr/>
            </a:pPr>
            <a:r>
              <a:rPr kumimoji="0" lang="en-US" sz="3600" b="1" i="0" u="none" strike="noStrike" kern="1200" cap="none" spc="0" normalizeH="0" baseline="0" noProof="0" dirty="0">
                <a:ln>
                  <a:noFill/>
                </a:ln>
                <a:solidFill>
                  <a:schemeClr val="bg1"/>
                </a:solidFill>
                <a:effectLst/>
                <a:uLnTx/>
                <a:uFillTx/>
                <a:latin typeface="Frutiger LT Std 55 Roman" pitchFamily="34" charset="0"/>
                <a:ea typeface="+mn-ea"/>
                <a:cs typeface="+mn-cs"/>
              </a:rPr>
              <a:t>Fonts</a:t>
            </a:r>
          </a:p>
          <a:p>
            <a:pPr marL="0" marR="0" lvl="0" indent="0" algn="ctr" defTabSz="4388166" rtl="0" eaLnBrk="1" fontAlgn="auto" latinLnBrk="0" hangingPunct="1">
              <a:lnSpc>
                <a:spcPct val="15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chemeClr val="tx1"/>
              </a:solidFill>
              <a:effectLst/>
              <a:uLnTx/>
              <a:uFillTx/>
              <a:latin typeface="Frutiger LT Std 55 Roman" pitchFamily="34" charset="0"/>
              <a:ea typeface="+mn-ea"/>
              <a:cs typeface="+mn-cs"/>
            </a:endParaRPr>
          </a:p>
          <a:p>
            <a:pPr marL="0" marR="0" lvl="2" indent="0" algn="l" defTabSz="114300" rtl="0" eaLnBrk="1" fontAlgn="auto" latinLnBrk="0" hangingPunct="1">
              <a:lnSpc>
                <a:spcPct val="150000"/>
              </a:lnSpc>
              <a:spcBef>
                <a:spcPts val="0"/>
              </a:spcBef>
              <a:spcAft>
                <a:spcPts val="0"/>
              </a:spcAft>
              <a:buClrTx/>
              <a:buSzTx/>
              <a:buFontTx/>
              <a:buNone/>
              <a:tabLst/>
              <a:defRPr/>
            </a:pPr>
            <a:r>
              <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rPr>
              <a:t>Title &amp; Headers: Franklin Gothic Medium ALL CAPS</a:t>
            </a:r>
          </a:p>
          <a:p>
            <a:pPr marL="0" marR="0" lvl="2" indent="0" algn="l" defTabSz="114300" rtl="0" eaLnBrk="1" fontAlgn="auto" latinLnBrk="0" hangingPunct="1">
              <a:lnSpc>
                <a:spcPct val="150000"/>
              </a:lnSpc>
              <a:spcBef>
                <a:spcPts val="0"/>
              </a:spcBef>
              <a:spcAft>
                <a:spcPts val="0"/>
              </a:spcAft>
              <a:buClrTx/>
              <a:buSzTx/>
              <a:buFontTx/>
              <a:buNone/>
              <a:tabLst/>
              <a:defRPr/>
            </a:pPr>
            <a:r>
              <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rPr>
              <a:t>Authors &amp; Affiliations: Rockwell</a:t>
            </a:r>
          </a:p>
          <a:p>
            <a:pPr marL="0" marR="0" lvl="2" indent="0" algn="l" defTabSz="114300" rtl="0" eaLnBrk="1" fontAlgn="auto" latinLnBrk="0" hangingPunct="1">
              <a:lnSpc>
                <a:spcPct val="150000"/>
              </a:lnSpc>
              <a:spcBef>
                <a:spcPts val="0"/>
              </a:spcBef>
              <a:spcAft>
                <a:spcPts val="0"/>
              </a:spcAft>
              <a:buClrTx/>
              <a:buSzTx/>
              <a:buFontTx/>
              <a:buNone/>
              <a:tabLst/>
              <a:defRPr/>
            </a:pPr>
            <a:r>
              <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rPr>
              <a:t>Body Text: Avenir Next LT Pro</a:t>
            </a:r>
            <a:endParaRPr kumimoji="0" lang="en-US" sz="2400" b="0" i="0" u="none" strike="noStrike" kern="1200" cap="none" spc="0" normalizeH="0" baseline="0" noProof="0" dirty="0">
              <a:ln>
                <a:noFill/>
              </a:ln>
              <a:solidFill>
                <a:schemeClr val="tx1"/>
              </a:solidFill>
              <a:effectLst/>
              <a:uLnTx/>
              <a:uFillTx/>
              <a:latin typeface="Frutiger LT Std 45 Light" pitchFamily="34" charset="0"/>
              <a:ea typeface="+mn-ea"/>
              <a:cs typeface="+mn-cs"/>
            </a:endParaRPr>
          </a:p>
          <a:p>
            <a:pPr marL="0" marR="0" lvl="2" indent="0" algn="l" defTabSz="114300" rtl="0" eaLnBrk="1" fontAlgn="auto" latinLnBrk="0" hangingPunct="1">
              <a:lnSpc>
                <a:spcPct val="150000"/>
              </a:lnSpc>
              <a:spcBef>
                <a:spcPts val="0"/>
              </a:spcBef>
              <a:spcAft>
                <a:spcPts val="0"/>
              </a:spcAft>
              <a:buClrTx/>
              <a:buSzTx/>
              <a:buFontTx/>
              <a:buNone/>
              <a:tabLst/>
              <a:defRPr/>
            </a:pPr>
            <a:endParaRPr lang="en-US" sz="3600" b="1" baseline="0" dirty="0">
              <a:solidFill>
                <a:schemeClr val="tx1"/>
              </a:solidFill>
              <a:latin typeface="Frutiger LT Std 55 Roman" pitchFamily="34" charset="0"/>
            </a:endParaRPr>
          </a:p>
          <a:p>
            <a:pPr algn="ctr">
              <a:lnSpc>
                <a:spcPct val="150000"/>
              </a:lnSpc>
            </a:pPr>
            <a:r>
              <a:rPr lang="en-US" sz="3600" b="1" baseline="0" dirty="0">
                <a:solidFill>
                  <a:schemeClr val="bg1"/>
                </a:solidFill>
                <a:latin typeface="Frutiger LT Std 55 Roman" pitchFamily="34" charset="0"/>
              </a:rPr>
              <a:t>Zooming in &amp; Out</a:t>
            </a:r>
          </a:p>
          <a:p>
            <a:pPr algn="ctr">
              <a:lnSpc>
                <a:spcPct val="150000"/>
              </a:lnSpc>
            </a:pPr>
            <a:endParaRPr lang="en-US" sz="3200" b="1" baseline="0" dirty="0">
              <a:solidFill>
                <a:schemeClr val="tx1"/>
              </a:solidFill>
              <a:latin typeface="Frutiger LT Std 55 Roman" pitchFamily="34" charset="0"/>
            </a:endParaRPr>
          </a:p>
          <a:p>
            <a:pPr algn="l" defTabSz="850900">
              <a:lnSpc>
                <a:spcPct val="150000"/>
              </a:lnSpc>
            </a:pPr>
            <a:r>
              <a:rPr lang="en-US" sz="2600" b="0" baseline="0" dirty="0">
                <a:solidFill>
                  <a:schemeClr val="tx1"/>
                </a:solidFill>
                <a:latin typeface="Frutiger LT Std 45 Light" pitchFamily="34" charset="0"/>
              </a:rPr>
              <a:t>As you work on your poster zoom in and out to the level that is more</a:t>
            </a:r>
            <a:r>
              <a:rPr lang="en-US" sz="2600" b="0" dirty="0">
                <a:solidFill>
                  <a:schemeClr val="tx1"/>
                </a:solidFill>
                <a:latin typeface="Frutiger LT Std 45 Light" pitchFamily="34" charset="0"/>
              </a:rPr>
              <a:t> </a:t>
            </a:r>
            <a:r>
              <a:rPr lang="en-US" sz="2600" b="0" baseline="0" dirty="0">
                <a:solidFill>
                  <a:schemeClr val="tx1"/>
                </a:solidFill>
                <a:latin typeface="Frutiger LT Std 45 Light" pitchFamily="34" charset="0"/>
              </a:rPr>
              <a:t>comfortable </a:t>
            </a:r>
            <a:r>
              <a:rPr lang="en-US" sz="2600" dirty="0">
                <a:solidFill>
                  <a:schemeClr val="tx1"/>
                </a:solidFill>
                <a:latin typeface="Frutiger LT Std 45 Light" pitchFamily="34" charset="0"/>
              </a:rPr>
              <a:t>for</a:t>
            </a:r>
            <a:r>
              <a:rPr lang="en-US" sz="2600" b="0" baseline="0" dirty="0">
                <a:solidFill>
                  <a:schemeClr val="tx1"/>
                </a:solidFill>
                <a:latin typeface="Frutiger LT Std 45 Light" pitchFamily="34" charset="0"/>
              </a:rPr>
              <a:t> you. Go to VIEW &gt; ZOOM,</a:t>
            </a:r>
            <a:r>
              <a:rPr lang="en-US" sz="2600" b="0" dirty="0">
                <a:solidFill>
                  <a:schemeClr val="tx1"/>
                </a:solidFill>
                <a:latin typeface="Frutiger LT Std 45 Light" pitchFamily="34" charset="0"/>
              </a:rPr>
              <a:t> or use the zoom slider in the bottom right corner.</a:t>
            </a:r>
          </a:p>
          <a:p>
            <a:pPr algn="l" defTabSz="850900">
              <a:lnSpc>
                <a:spcPct val="150000"/>
              </a:lnSpc>
            </a:pPr>
            <a:endParaRPr lang="en-US" sz="6000" dirty="0">
              <a:solidFill>
                <a:schemeClr val="tx1"/>
              </a:solidFill>
            </a:endParaRPr>
          </a:p>
          <a:p>
            <a:pPr lvl="0" defTabSz="114300">
              <a:lnSpc>
                <a:spcPct val="150000"/>
              </a:lnSpc>
              <a:defRPr/>
            </a:pPr>
            <a:endParaRPr lang="en-US" sz="2400" dirty="0">
              <a:solidFill>
                <a:schemeClr val="tx1"/>
              </a:solidFill>
              <a:latin typeface="Frutiger LT Std 45 Light" pitchFamily="34" charset="0"/>
            </a:endParaRPr>
          </a:p>
          <a:p>
            <a:pPr marL="0" marR="0" lvl="0" indent="0" algn="ctr" defTabSz="977900" rtl="0" eaLnBrk="1" fontAlgn="auto" latinLnBrk="0" hangingPunct="1">
              <a:lnSpc>
                <a:spcPct val="15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003764"/>
                </a:solidFill>
                <a:effectLst/>
                <a:uLnTx/>
                <a:uFillTx/>
                <a:latin typeface="Frutiger LT Std 45 Light" pitchFamily="34" charset="0"/>
                <a:ea typeface="+mn-ea"/>
                <a:cs typeface="+mn-cs"/>
              </a:rPr>
              <a:t>THESE INSTRUCTIONS WILL NOT PRINT</a:t>
            </a:r>
          </a:p>
        </p:txBody>
      </p:sp>
      <p:grpSp>
        <p:nvGrpSpPr>
          <p:cNvPr id="9" name="Group 8">
            <a:extLst>
              <a:ext uri="{FF2B5EF4-FFF2-40B4-BE49-F238E27FC236}">
                <a16:creationId xmlns:a16="http://schemas.microsoft.com/office/drawing/2014/main" id="{4C54AF0B-D510-48F0-B601-E5BBF4F224E6}"/>
              </a:ext>
            </a:extLst>
          </p:cNvPr>
          <p:cNvGrpSpPr/>
          <p:nvPr userDrawn="1"/>
        </p:nvGrpSpPr>
        <p:grpSpPr>
          <a:xfrm>
            <a:off x="44672455" y="-55065"/>
            <a:ext cx="11062139" cy="32973465"/>
            <a:chOff x="44678772" y="-55065"/>
            <a:chExt cx="11062139" cy="32973465"/>
          </a:xfrm>
        </p:grpSpPr>
        <p:sp>
          <p:nvSpPr>
            <p:cNvPr id="10" name="Rectangle 9">
              <a:extLst>
                <a:ext uri="{FF2B5EF4-FFF2-40B4-BE49-F238E27FC236}">
                  <a16:creationId xmlns:a16="http://schemas.microsoft.com/office/drawing/2014/main" id="{B205B2FA-EB84-4934-BB17-A91CB9D265B3}"/>
                </a:ext>
              </a:extLst>
            </p:cNvPr>
            <p:cNvSpPr/>
            <p:nvPr userDrawn="1"/>
          </p:nvSpPr>
          <p:spPr>
            <a:xfrm>
              <a:off x="44678772" y="-55065"/>
              <a:ext cx="11062139" cy="32973465"/>
            </a:xfrm>
            <a:prstGeom prst="rect">
              <a:avLst/>
            </a:prstGeom>
            <a:solidFill>
              <a:srgbClr val="A1C5E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457200" tIns="457200" rIns="457200" bIns="0" rtlCol="0" anchor="t" anchorCtr="0"/>
            <a:lstStyle/>
            <a:p>
              <a:pPr marL="0" marR="0" lvl="0" indent="0" algn="ctr" defTabSz="977900" rtl="0" eaLnBrk="1" fontAlgn="auto" latinLnBrk="0" hangingPunct="1">
                <a:lnSpc>
                  <a:spcPct val="15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003764"/>
                  </a:solidFill>
                  <a:effectLst/>
                  <a:uLnTx/>
                  <a:uFillTx/>
                  <a:latin typeface="Frutiger LT Std 45 Light" pitchFamily="34" charset="0"/>
                  <a:ea typeface="+mn-ea"/>
                  <a:cs typeface="+mn-cs"/>
                </a:rPr>
                <a:t>THESE INSTRUCTIONS WILL NOT PRINT</a:t>
              </a:r>
            </a:p>
            <a:p>
              <a:pPr algn="ctr">
                <a:lnSpc>
                  <a:spcPct val="150000"/>
                </a:lnSpc>
              </a:pPr>
              <a:endParaRPr lang="en-US" sz="2400" b="1" spc="600" dirty="0">
                <a:solidFill>
                  <a:schemeClr val="tx1"/>
                </a:solidFill>
                <a:latin typeface="Frutiger LT Std 55 Roman" pitchFamily="34" charset="0"/>
              </a:endParaRPr>
            </a:p>
            <a:p>
              <a:pPr algn="ctr">
                <a:lnSpc>
                  <a:spcPct val="150000"/>
                </a:lnSpc>
              </a:pPr>
              <a:r>
                <a:rPr lang="en-US" sz="4000" b="1" spc="600" dirty="0">
                  <a:solidFill>
                    <a:schemeClr val="bg1"/>
                  </a:solidFill>
                  <a:latin typeface="Frutiger LT Std 55 Roman" pitchFamily="34" charset="0"/>
                </a:rPr>
                <a:t>TABLES &amp; GRAPHICS</a:t>
              </a:r>
            </a:p>
            <a:p>
              <a:pPr marL="0" indent="0" algn="l" defTabSz="114300">
                <a:lnSpc>
                  <a:spcPct val="150000"/>
                </a:lnSpc>
              </a:pPr>
              <a:endParaRPr lang="en-US" sz="2400" b="0" baseline="0" dirty="0">
                <a:solidFill>
                  <a:schemeClr val="bg1"/>
                </a:solidFill>
                <a:latin typeface="Trebuchet MS" pitchFamily="34" charset="0"/>
              </a:endParaRPr>
            </a:p>
            <a:p>
              <a:pPr algn="ctr">
                <a:lnSpc>
                  <a:spcPct val="150000"/>
                </a:lnSpc>
              </a:pPr>
              <a:r>
                <a:rPr lang="en-US" sz="3600" b="1" baseline="0" dirty="0">
                  <a:solidFill>
                    <a:schemeClr val="bg1"/>
                  </a:solidFill>
                  <a:latin typeface="Frutiger LT Std 55 Roman" pitchFamily="34" charset="0"/>
                </a:rPr>
                <a:t>How to Add Tables</a:t>
              </a:r>
            </a:p>
            <a:p>
              <a:pPr algn="ctr">
                <a:lnSpc>
                  <a:spcPct val="150000"/>
                </a:lnSpc>
              </a:pPr>
              <a:endParaRPr lang="en-US" sz="3600" b="1" baseline="0" dirty="0">
                <a:solidFill>
                  <a:schemeClr val="tx1"/>
                </a:solidFill>
                <a:latin typeface="Frutiger LT Std 55 Roman" pitchFamily="34" charset="0"/>
              </a:endParaRPr>
            </a:p>
            <a:p>
              <a:pPr marL="0" lvl="1" indent="0" defTabSz="114300">
                <a:lnSpc>
                  <a:spcPct val="150000"/>
                </a:lnSpc>
              </a:pPr>
              <a:r>
                <a:rPr lang="en-US" sz="2600" b="0" baseline="0" dirty="0">
                  <a:solidFill>
                    <a:schemeClr val="tx1"/>
                  </a:solidFill>
                  <a:latin typeface="Frutiger LT Std 45 Light" pitchFamily="34" charset="0"/>
                </a:rPr>
                <a:t>To add a table go to the INSERT menu and click on TABLE. A drop-down box will help you select rows and columns</a:t>
              </a:r>
              <a:r>
                <a:rPr lang="en-US" sz="2600" dirty="0">
                  <a:solidFill>
                    <a:schemeClr val="tx1"/>
                  </a:solidFill>
                  <a:latin typeface="Frutiger LT Std 45 Light" pitchFamily="34" charset="0"/>
                </a:rPr>
                <a:t>.</a:t>
              </a:r>
            </a:p>
            <a:p>
              <a:pPr marL="1730375" lvl="1" defTabSz="114300">
                <a:lnSpc>
                  <a:spcPct val="150000"/>
                </a:lnSpc>
              </a:pPr>
              <a:endParaRPr lang="en-US" sz="2600" dirty="0">
                <a:solidFill>
                  <a:schemeClr val="tx1"/>
                </a:solidFill>
                <a:latin typeface="Frutiger LT Std 45 Light" pitchFamily="34" charset="0"/>
              </a:endParaRPr>
            </a:p>
            <a:p>
              <a:pPr marL="0" lvl="1" indent="0" defTabSz="114300">
                <a:lnSpc>
                  <a:spcPct val="150000"/>
                </a:lnSpc>
                <a:tabLst/>
              </a:pPr>
              <a:r>
                <a:rPr lang="en-US" sz="2600" dirty="0">
                  <a:solidFill>
                    <a:schemeClr val="tx1"/>
                  </a:solidFill>
                  <a:latin typeface="Frutiger LT Std 45 Light" pitchFamily="34" charset="0"/>
                </a:rPr>
                <a:t> You can also copy and a paste a table from Word or another PowerPoint document. A pasted table may need to be re-formatted using the DESIGN and LAYOUT tabs that will appear when the table is selected.</a:t>
              </a:r>
            </a:p>
            <a:p>
              <a:pPr marL="1730375" lvl="1" defTabSz="114300">
                <a:lnSpc>
                  <a:spcPct val="150000"/>
                </a:lnSpc>
              </a:pPr>
              <a:endParaRPr lang="en-US" sz="2600" dirty="0">
                <a:solidFill>
                  <a:schemeClr val="tx1"/>
                </a:solidFill>
                <a:latin typeface="Frutiger LT Std 45 Light" pitchFamily="34" charset="0"/>
              </a:endParaRPr>
            </a:p>
            <a:p>
              <a:pPr marL="0" lvl="1" indent="0" defTabSz="114300">
                <a:lnSpc>
                  <a:spcPct val="150000"/>
                </a:lnSpc>
                <a:tabLst/>
              </a:pPr>
              <a:r>
                <a:rPr lang="en-US" sz="2600" dirty="0">
                  <a:solidFill>
                    <a:schemeClr val="tx1"/>
                  </a:solidFill>
                  <a:latin typeface="Frutiger LT Std 45 Light" pitchFamily="34" charset="0"/>
                </a:rPr>
                <a:t>You can simply copy and paste charts and graphs</a:t>
              </a:r>
            </a:p>
            <a:p>
              <a:pPr marL="0" lvl="1" indent="0" defTabSz="114300">
                <a:lnSpc>
                  <a:spcPct val="150000"/>
                </a:lnSpc>
                <a:tabLst/>
              </a:pPr>
              <a:r>
                <a:rPr lang="en-US" sz="2600" dirty="0">
                  <a:solidFill>
                    <a:schemeClr val="tx1"/>
                  </a:solidFill>
                  <a:latin typeface="Frutiger LT Std 45 Light" pitchFamily="34" charset="0"/>
                </a:rPr>
                <a:t>from Excel or Word. Some reformatting may be</a:t>
              </a:r>
            </a:p>
            <a:p>
              <a:pPr marL="0" lvl="1" indent="0" defTabSz="114300">
                <a:lnSpc>
                  <a:spcPct val="150000"/>
                </a:lnSpc>
                <a:tabLst/>
              </a:pPr>
              <a:r>
                <a:rPr lang="en-US" sz="2600" dirty="0">
                  <a:solidFill>
                    <a:schemeClr val="tx1"/>
                  </a:solidFill>
                  <a:latin typeface="Frutiger LT Std 45 Light" pitchFamily="34" charset="0"/>
                </a:rPr>
                <a:t>required depending on how the original document</a:t>
              </a:r>
            </a:p>
            <a:p>
              <a:pPr marL="0" lvl="1" indent="0" defTabSz="114300">
                <a:lnSpc>
                  <a:spcPct val="150000"/>
                </a:lnSpc>
                <a:tabLst/>
              </a:pPr>
              <a:r>
                <a:rPr lang="en-US" sz="2600" dirty="0">
                  <a:solidFill>
                    <a:schemeClr val="tx1"/>
                  </a:solidFill>
                  <a:latin typeface="Frutiger LT Std 45 Light" pitchFamily="34" charset="0"/>
                </a:rPr>
                <a:t>has been created.</a:t>
              </a:r>
            </a:p>
            <a:p>
              <a:pPr marL="0" marR="0" lvl="0" indent="0" algn="l" defTabSz="114300" rtl="0" eaLnBrk="1" fontAlgn="auto" latinLnBrk="0" hangingPunct="1">
                <a:lnSpc>
                  <a:spcPct val="150000"/>
                </a:lnSpc>
                <a:spcBef>
                  <a:spcPts val="0"/>
                </a:spcBef>
                <a:spcAft>
                  <a:spcPts val="0"/>
                </a:spcAft>
                <a:buClrTx/>
                <a:buSzTx/>
                <a:buFontTx/>
                <a:buNone/>
                <a:tabLst/>
                <a:defRPr/>
              </a:pPr>
              <a:endParaRPr kumimoji="0" lang="en-US" sz="3600" b="0" i="0" u="none" strike="noStrike" kern="1200" cap="none" spc="0" normalizeH="0" baseline="0" noProof="0" dirty="0">
                <a:ln>
                  <a:noFill/>
                </a:ln>
                <a:solidFill>
                  <a:schemeClr val="tx1"/>
                </a:solidFill>
                <a:effectLst/>
                <a:uLnTx/>
                <a:uFillTx/>
                <a:latin typeface="Frutiger LT Std 45 Light" pitchFamily="34" charset="0"/>
              </a:endParaRPr>
            </a:p>
            <a:p>
              <a:pPr algn="ctr">
                <a:lnSpc>
                  <a:spcPct val="150000"/>
                </a:lnSpc>
              </a:pPr>
              <a:r>
                <a:rPr lang="en-US" sz="3600" b="1" dirty="0">
                  <a:solidFill>
                    <a:schemeClr val="bg1"/>
                  </a:solidFill>
                  <a:latin typeface="Frutiger LT Std 55 Roman" pitchFamily="34" charset="0"/>
                </a:rPr>
                <a:t>Photos &amp; Graphics</a:t>
              </a:r>
            </a:p>
            <a:p>
              <a:pPr algn="ctr">
                <a:lnSpc>
                  <a:spcPct val="150000"/>
                </a:lnSpc>
              </a:pPr>
              <a:endParaRPr lang="en-US" sz="3600" b="1" dirty="0">
                <a:solidFill>
                  <a:schemeClr val="tx1"/>
                </a:solidFill>
                <a:latin typeface="Frutiger LT Std 55 Roman" pitchFamily="34" charset="0"/>
              </a:endParaRPr>
            </a:p>
            <a:p>
              <a:pPr defTabSz="977900">
                <a:lnSpc>
                  <a:spcPct val="150000"/>
                </a:lnSpc>
              </a:pPr>
              <a:r>
                <a:rPr lang="en-US" sz="2600" dirty="0">
                  <a:solidFill>
                    <a:schemeClr val="tx1"/>
                  </a:solidFill>
                  <a:latin typeface="Frutiger LT Std 45 Light" pitchFamily="34" charset="0"/>
                </a:rPr>
                <a:t>You can add images by dragging and dropping them from your desktop, copy and paste, or by going to INSERT &gt; PICTURES. Resize images proportionally by holding down the SHIFT key and dragging one of the corner handles. For a professional-looking poster, avoid distorting your images by enlarging them disproportionally.</a:t>
              </a:r>
            </a:p>
            <a:p>
              <a:pPr defTabSz="977900">
                <a:lnSpc>
                  <a:spcPct val="150000"/>
                </a:lnSpc>
              </a:pPr>
              <a:endParaRPr lang="en-US" sz="2600" dirty="0">
                <a:solidFill>
                  <a:schemeClr val="tx1"/>
                </a:solidFill>
                <a:latin typeface="Trebuchet MS" pitchFamily="34" charset="0"/>
              </a:endParaRPr>
            </a:p>
            <a:p>
              <a:pPr algn="ctr">
                <a:lnSpc>
                  <a:spcPct val="150000"/>
                </a:lnSpc>
              </a:pPr>
              <a:endParaRPr lang="en-US" sz="2800" b="1" dirty="0">
                <a:solidFill>
                  <a:schemeClr val="tx1"/>
                </a:solidFill>
                <a:latin typeface="Trebuchet MS" pitchFamily="34" charset="0"/>
              </a:endParaRPr>
            </a:p>
            <a:p>
              <a:pPr algn="ctr">
                <a:lnSpc>
                  <a:spcPct val="150000"/>
                </a:lnSpc>
              </a:pPr>
              <a:endParaRPr lang="en-US" sz="2800" b="1" dirty="0">
                <a:solidFill>
                  <a:schemeClr val="tx1"/>
                </a:solidFill>
                <a:latin typeface="Trebuchet MS" pitchFamily="34" charset="0"/>
              </a:endParaRPr>
            </a:p>
            <a:p>
              <a:pPr algn="ctr">
                <a:lnSpc>
                  <a:spcPct val="150000"/>
                </a:lnSpc>
              </a:pPr>
              <a:endParaRPr lang="en-US" sz="2800" b="1" dirty="0">
                <a:solidFill>
                  <a:schemeClr val="tx1"/>
                </a:solidFill>
                <a:latin typeface="Trebuchet MS" pitchFamily="34" charset="0"/>
              </a:endParaRPr>
            </a:p>
            <a:p>
              <a:pPr algn="ctr">
                <a:lnSpc>
                  <a:spcPct val="150000"/>
                </a:lnSpc>
              </a:pPr>
              <a:endParaRPr lang="en-US" sz="2800" b="1" dirty="0">
                <a:solidFill>
                  <a:schemeClr val="tx1"/>
                </a:solidFill>
                <a:latin typeface="Trebuchet MS" pitchFamily="34" charset="0"/>
              </a:endParaRPr>
            </a:p>
            <a:p>
              <a:pPr algn="ctr">
                <a:lnSpc>
                  <a:spcPct val="150000"/>
                </a:lnSpc>
              </a:pPr>
              <a:endParaRPr lang="en-US" sz="3600" b="1" dirty="0">
                <a:solidFill>
                  <a:schemeClr val="tx1"/>
                </a:solidFill>
                <a:latin typeface="Frutiger LT Std 55 Roman" pitchFamily="34" charset="0"/>
              </a:endParaRPr>
            </a:p>
            <a:p>
              <a:pPr algn="ctr">
                <a:lnSpc>
                  <a:spcPct val="150000"/>
                </a:lnSpc>
              </a:pPr>
              <a:r>
                <a:rPr lang="en-US" sz="3600" b="1" dirty="0">
                  <a:solidFill>
                    <a:schemeClr val="bg1"/>
                  </a:solidFill>
                  <a:latin typeface="Frutiger LT Std 55 Roman" pitchFamily="34" charset="0"/>
                </a:rPr>
                <a:t>Image Quality Check</a:t>
              </a:r>
            </a:p>
            <a:p>
              <a:pPr algn="ctr">
                <a:lnSpc>
                  <a:spcPct val="150000"/>
                </a:lnSpc>
              </a:pPr>
              <a:endParaRPr lang="en-US" sz="3600" b="1" dirty="0">
                <a:solidFill>
                  <a:schemeClr val="tx1"/>
                </a:solidFill>
                <a:latin typeface="Frutiger LT Std 55 Roman" pitchFamily="34" charset="0"/>
              </a:endParaRPr>
            </a:p>
            <a:p>
              <a:pPr lvl="0" defTabSz="977900">
                <a:lnSpc>
                  <a:spcPct val="150000"/>
                </a:lnSpc>
              </a:pPr>
              <a:r>
                <a:rPr lang="en-US" sz="2600" dirty="0">
                  <a:solidFill>
                    <a:schemeClr val="tx1"/>
                  </a:solidFill>
                  <a:latin typeface="Frutiger LT Std 45 Light" pitchFamily="34" charset="0"/>
                </a:rPr>
                <a:t>Zoom in and look at your images at 100% magnification. If they look good they will print well. </a:t>
              </a:r>
            </a:p>
            <a:p>
              <a:pPr lvl="0" defTabSz="977900">
                <a:lnSpc>
                  <a:spcPct val="150000"/>
                </a:lnSpc>
              </a:pPr>
              <a:endParaRPr lang="en-US" sz="2600" dirty="0">
                <a:solidFill>
                  <a:schemeClr val="tx1"/>
                </a:solidFill>
                <a:latin typeface="Frutiger LT Std 45 Light" pitchFamily="34" charset="0"/>
              </a:endParaRPr>
            </a:p>
            <a:p>
              <a:pPr lvl="0" defTabSz="977900">
                <a:lnSpc>
                  <a:spcPct val="150000"/>
                </a:lnSpc>
              </a:pPr>
              <a:endParaRPr lang="en-US" sz="2600" dirty="0">
                <a:solidFill>
                  <a:schemeClr val="tx1"/>
                </a:solidFill>
                <a:latin typeface="Frutiger LT Std 45 Light" pitchFamily="34" charset="0"/>
              </a:endParaRPr>
            </a:p>
            <a:p>
              <a:pPr lvl="0" defTabSz="977900">
                <a:lnSpc>
                  <a:spcPct val="150000"/>
                </a:lnSpc>
              </a:pPr>
              <a:endParaRPr lang="en-US" sz="2600" dirty="0">
                <a:solidFill>
                  <a:schemeClr val="tx1"/>
                </a:solidFill>
                <a:latin typeface="Frutiger LT Std 45 Light" pitchFamily="34" charset="0"/>
              </a:endParaRPr>
            </a:p>
            <a:p>
              <a:pPr lvl="0" defTabSz="977900">
                <a:lnSpc>
                  <a:spcPct val="150000"/>
                </a:lnSpc>
              </a:pPr>
              <a:endParaRPr lang="en-US" sz="2600" dirty="0">
                <a:solidFill>
                  <a:schemeClr val="tx1"/>
                </a:solidFill>
                <a:latin typeface="Frutiger LT Std 45 Light" pitchFamily="34" charset="0"/>
              </a:endParaRPr>
            </a:p>
            <a:p>
              <a:pPr lvl="0" defTabSz="977900">
                <a:lnSpc>
                  <a:spcPct val="150000"/>
                </a:lnSpc>
              </a:pPr>
              <a:endParaRPr lang="en-US" sz="2600" dirty="0">
                <a:solidFill>
                  <a:schemeClr val="tx1"/>
                </a:solidFill>
                <a:latin typeface="Frutiger LT Std 45 Light" pitchFamily="34" charset="0"/>
              </a:endParaRPr>
            </a:p>
            <a:p>
              <a:pPr lvl="0" defTabSz="977900">
                <a:lnSpc>
                  <a:spcPct val="150000"/>
                </a:lnSpc>
              </a:pPr>
              <a:endParaRPr lang="en-US" sz="2600" dirty="0">
                <a:solidFill>
                  <a:schemeClr val="tx1"/>
                </a:solidFill>
                <a:latin typeface="Frutiger LT Std 45 Light" pitchFamily="34" charset="0"/>
              </a:endParaRPr>
            </a:p>
            <a:p>
              <a:pPr lvl="0" defTabSz="977900">
                <a:lnSpc>
                  <a:spcPct val="150000"/>
                </a:lnSpc>
              </a:pPr>
              <a:endParaRPr lang="en-US" sz="2600" dirty="0">
                <a:solidFill>
                  <a:schemeClr val="tx1"/>
                </a:solidFill>
                <a:latin typeface="Frutiger LT Std 45 Light" pitchFamily="34" charset="0"/>
              </a:endParaRPr>
            </a:p>
            <a:p>
              <a:pPr lvl="0" defTabSz="977900">
                <a:lnSpc>
                  <a:spcPct val="150000"/>
                </a:lnSpc>
              </a:pPr>
              <a:endParaRPr lang="en-US" sz="2600" dirty="0">
                <a:solidFill>
                  <a:schemeClr val="tx1"/>
                </a:solidFill>
                <a:latin typeface="Frutiger LT Std 45 Light" pitchFamily="34" charset="0"/>
              </a:endParaRPr>
            </a:p>
            <a:p>
              <a:pPr lvl="0" defTabSz="977900">
                <a:lnSpc>
                  <a:spcPct val="150000"/>
                </a:lnSpc>
              </a:pPr>
              <a:endParaRPr lang="en-US" sz="2600" dirty="0">
                <a:solidFill>
                  <a:schemeClr val="tx1"/>
                </a:solidFill>
                <a:latin typeface="Frutiger LT Std 45 Light" pitchFamily="34" charset="0"/>
              </a:endParaRPr>
            </a:p>
            <a:p>
              <a:pPr lvl="0" defTabSz="977900">
                <a:lnSpc>
                  <a:spcPct val="150000"/>
                </a:lnSpc>
              </a:pPr>
              <a:endParaRPr lang="en-US" sz="2600" dirty="0">
                <a:solidFill>
                  <a:schemeClr val="tx1"/>
                </a:solidFill>
                <a:latin typeface="Frutiger LT Std 45 Light" pitchFamily="34" charset="0"/>
              </a:endParaRPr>
            </a:p>
            <a:p>
              <a:pPr marL="0" marR="0" lvl="0" indent="0" algn="ctr" defTabSz="977900" rtl="0" eaLnBrk="1" fontAlgn="auto" latinLnBrk="0" hangingPunct="1">
                <a:lnSpc>
                  <a:spcPct val="15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003764"/>
                  </a:solidFill>
                  <a:effectLst/>
                  <a:uLnTx/>
                  <a:uFillTx/>
                  <a:latin typeface="Frutiger LT Std 45 Light" pitchFamily="34" charset="0"/>
                  <a:ea typeface="+mn-ea"/>
                  <a:cs typeface="+mn-cs"/>
                </a:rPr>
                <a:t>THESE INSTRUCTIONS WILL NOT PRINT</a:t>
              </a:r>
            </a:p>
          </p:txBody>
        </p:sp>
        <p:grpSp>
          <p:nvGrpSpPr>
            <p:cNvPr id="11" name="Group 10">
              <a:extLst>
                <a:ext uri="{FF2B5EF4-FFF2-40B4-BE49-F238E27FC236}">
                  <a16:creationId xmlns:a16="http://schemas.microsoft.com/office/drawing/2014/main" id="{49FD4358-B09C-4C47-98B0-8505F5EF69E2}"/>
                </a:ext>
              </a:extLst>
            </p:cNvPr>
            <p:cNvGrpSpPr/>
            <p:nvPr userDrawn="1"/>
          </p:nvGrpSpPr>
          <p:grpSpPr>
            <a:xfrm>
              <a:off x="53157329" y="8796801"/>
              <a:ext cx="1528780" cy="2829214"/>
              <a:chOff x="52377739" y="8494656"/>
              <a:chExt cx="1528780" cy="2829214"/>
            </a:xfrm>
          </p:grpSpPr>
          <p:pic>
            <p:nvPicPr>
              <p:cNvPr id="22" name="Picture 21">
                <a:extLst>
                  <a:ext uri="{FF2B5EF4-FFF2-40B4-BE49-F238E27FC236}">
                    <a16:creationId xmlns:a16="http://schemas.microsoft.com/office/drawing/2014/main" id="{DDBC4958-DF4D-44E3-AB30-837300FDC928}"/>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2377741" y="9430358"/>
                <a:ext cx="1528778" cy="1893512"/>
              </a:xfrm>
              <a:prstGeom prst="rect">
                <a:avLst/>
              </a:prstGeom>
            </p:spPr>
          </p:pic>
          <p:pic>
            <p:nvPicPr>
              <p:cNvPr id="24" name="Picture 23">
                <a:extLst>
                  <a:ext uri="{FF2B5EF4-FFF2-40B4-BE49-F238E27FC236}">
                    <a16:creationId xmlns:a16="http://schemas.microsoft.com/office/drawing/2014/main" id="{DC252615-3942-4396-977F-5F47472006DE}"/>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52377739" y="8494656"/>
                <a:ext cx="637363" cy="935702"/>
              </a:xfrm>
              <a:prstGeom prst="rect">
                <a:avLst/>
              </a:prstGeom>
            </p:spPr>
          </p:pic>
        </p:grpSp>
        <p:sp>
          <p:nvSpPr>
            <p:cNvPr id="12" name="TextBox 11">
              <a:extLst>
                <a:ext uri="{FF2B5EF4-FFF2-40B4-BE49-F238E27FC236}">
                  <a16:creationId xmlns:a16="http://schemas.microsoft.com/office/drawing/2014/main" id="{60ADEB9A-D9B8-44B4-960C-88B8F9E80B7A}"/>
                </a:ext>
              </a:extLst>
            </p:cNvPr>
            <p:cNvSpPr txBox="1"/>
            <p:nvPr userDrawn="1"/>
          </p:nvSpPr>
          <p:spPr>
            <a:xfrm>
              <a:off x="46009557" y="19034520"/>
              <a:ext cx="2247311" cy="707886"/>
            </a:xfrm>
            <a:prstGeom prst="rect">
              <a:avLst/>
            </a:prstGeom>
            <a:noFill/>
          </p:spPr>
          <p:txBody>
            <a:bodyPr wrap="square" lIns="457200" tIns="457200" rIns="457200" bIns="0" rtlCol="0">
              <a:spAutoFit/>
            </a:bodyPr>
            <a:lstStyle/>
            <a:p>
              <a:pPr algn="ctr"/>
              <a:r>
                <a:rPr lang="en-US" sz="1600" dirty="0">
                  <a:solidFill>
                    <a:schemeClr val="bg1"/>
                  </a:solidFill>
                  <a:latin typeface="Frutiger LT Std 45 Light" pitchFamily="34" charset="0"/>
                </a:rPr>
                <a:t>Corner</a:t>
              </a:r>
              <a:r>
                <a:rPr lang="en-US" sz="1600" baseline="0" dirty="0">
                  <a:solidFill>
                    <a:schemeClr val="bg1"/>
                  </a:solidFill>
                  <a:latin typeface="Frutiger LT Std 45 Light" pitchFamily="34" charset="0"/>
                </a:rPr>
                <a:t> handles</a:t>
              </a:r>
              <a:endParaRPr lang="en-US" sz="1600" dirty="0">
                <a:solidFill>
                  <a:schemeClr val="bg1"/>
                </a:solidFill>
                <a:latin typeface="Frutiger LT Std 45 Light" pitchFamily="34" charset="0"/>
              </a:endParaRPr>
            </a:p>
          </p:txBody>
        </p:sp>
        <p:pic>
          <p:nvPicPr>
            <p:cNvPr id="13" name="Picture 7" descr="X:\Graphics\Powerpoint templates project\arnie.jpg">
              <a:extLst>
                <a:ext uri="{FF2B5EF4-FFF2-40B4-BE49-F238E27FC236}">
                  <a16:creationId xmlns:a16="http://schemas.microsoft.com/office/drawing/2014/main" id="{0599881D-A38D-44AD-B854-444978814008}"/>
                </a:ext>
              </a:extLst>
            </p:cNvPr>
            <p:cNvPicPr>
              <a:picLocks noChangeAspect="1"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49549656" y="17810062"/>
              <a:ext cx="1380556" cy="207083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7" descr="X:\Graphics\Powerpoint templates project\arnie.jpg">
              <a:extLst>
                <a:ext uri="{FF2B5EF4-FFF2-40B4-BE49-F238E27FC236}">
                  <a16:creationId xmlns:a16="http://schemas.microsoft.com/office/drawing/2014/main" id="{99F07BE8-6C3F-49D1-B4E7-001D702D12AA}"/>
                </a:ext>
              </a:extLst>
            </p:cNvPr>
            <p:cNvPicPr>
              <a:picLocks noChangeAspect="1" noChangeArrowheads="1"/>
            </p:cNvPicPr>
            <p:nvPr userDrawn="1"/>
          </p:nvPicPr>
          <p:blipFill>
            <a:blip r:embed="rId11" cstate="print">
              <a:extLst>
                <a:ext uri="{28A0092B-C50C-407E-A947-70E740481C1C}">
                  <a14:useLocalDpi xmlns:a14="http://schemas.microsoft.com/office/drawing/2010/main" val="0"/>
                </a:ext>
              </a:extLst>
            </a:blip>
            <a:srcRect/>
            <a:stretch>
              <a:fillRect/>
            </a:stretch>
          </p:blipFill>
          <p:spPr bwMode="auto">
            <a:xfrm>
              <a:off x="51064136" y="17807531"/>
              <a:ext cx="3211358" cy="2233981"/>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A939D968-7A2B-41E6-B0DA-064F43FE3135}"/>
                </a:ext>
              </a:extLst>
            </p:cNvPr>
            <p:cNvSpPr txBox="1"/>
            <p:nvPr userDrawn="1"/>
          </p:nvSpPr>
          <p:spPr>
            <a:xfrm>
              <a:off x="51064136" y="19764729"/>
              <a:ext cx="3207021" cy="400100"/>
            </a:xfrm>
            <a:prstGeom prst="rect">
              <a:avLst/>
            </a:prstGeom>
            <a:solidFill>
              <a:srgbClr val="C00000"/>
            </a:solidFill>
          </p:spPr>
          <p:txBody>
            <a:bodyPr wrap="square" lIns="457200" tIns="91440" rIns="457200" bIns="91440" rtlCol="0">
              <a:spAutoFit/>
            </a:bodyPr>
            <a:lstStyle/>
            <a:p>
              <a:pPr algn="ctr"/>
              <a:r>
                <a:rPr lang="en-US" sz="1400" b="1" dirty="0">
                  <a:solidFill>
                    <a:schemeClr val="bg1"/>
                  </a:solidFill>
                  <a:latin typeface="Frutiger LT Std 55 Roman" pitchFamily="34" charset="0"/>
                </a:rPr>
                <a:t>DISTORTED</a:t>
              </a:r>
              <a:endParaRPr lang="en-US" sz="700" b="1" dirty="0">
                <a:solidFill>
                  <a:schemeClr val="bg1"/>
                </a:solidFill>
                <a:latin typeface="Frutiger LT Std 55 Roman" pitchFamily="34" charset="0"/>
              </a:endParaRPr>
            </a:p>
          </p:txBody>
        </p:sp>
        <p:sp>
          <p:nvSpPr>
            <p:cNvPr id="16" name="TextBox 15">
              <a:extLst>
                <a:ext uri="{FF2B5EF4-FFF2-40B4-BE49-F238E27FC236}">
                  <a16:creationId xmlns:a16="http://schemas.microsoft.com/office/drawing/2014/main" id="{0FA94967-9F00-4986-AE83-F54559C75182}"/>
                </a:ext>
              </a:extLst>
            </p:cNvPr>
            <p:cNvSpPr txBox="1"/>
            <p:nvPr userDrawn="1"/>
          </p:nvSpPr>
          <p:spPr>
            <a:xfrm>
              <a:off x="49549657" y="19738603"/>
              <a:ext cx="1380096" cy="430887"/>
            </a:xfrm>
            <a:prstGeom prst="rect">
              <a:avLst/>
            </a:prstGeom>
            <a:solidFill>
              <a:srgbClr val="FFC000"/>
            </a:solidFill>
            <a:ln>
              <a:noFill/>
            </a:ln>
          </p:spPr>
          <p:txBody>
            <a:bodyPr wrap="square" lIns="91440" tIns="91440" rIns="91440" bIns="91440" rtlCol="0">
              <a:spAutoFit/>
            </a:bodyPr>
            <a:lstStyle/>
            <a:p>
              <a:pPr algn="ctr"/>
              <a:r>
                <a:rPr lang="en-US" sz="1600" b="1" dirty="0">
                  <a:solidFill>
                    <a:schemeClr val="tx1"/>
                  </a:solidFill>
                  <a:latin typeface="Frutiger LT Std 55 Roman" pitchFamily="34" charset="0"/>
                </a:rPr>
                <a:t>ORIGINAL</a:t>
              </a:r>
            </a:p>
          </p:txBody>
        </p:sp>
        <p:pic>
          <p:nvPicPr>
            <p:cNvPr id="17" name="Picture 16">
              <a:extLst>
                <a:ext uri="{FF2B5EF4-FFF2-40B4-BE49-F238E27FC236}">
                  <a16:creationId xmlns:a16="http://schemas.microsoft.com/office/drawing/2014/main" id="{FB73B2A1-C78A-4118-9267-68A988A79A2D}"/>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45789999" y="18499696"/>
              <a:ext cx="2686425" cy="838317"/>
            </a:xfrm>
            <a:prstGeom prst="rect">
              <a:avLst/>
            </a:prstGeom>
          </p:spPr>
        </p:pic>
        <p:sp>
          <p:nvSpPr>
            <p:cNvPr id="18" name="TextBox 17">
              <a:extLst>
                <a:ext uri="{FF2B5EF4-FFF2-40B4-BE49-F238E27FC236}">
                  <a16:creationId xmlns:a16="http://schemas.microsoft.com/office/drawing/2014/main" id="{61C5AE83-EE95-4169-AD42-35674FF83C8E}"/>
                </a:ext>
              </a:extLst>
            </p:cNvPr>
            <p:cNvSpPr txBox="1"/>
            <p:nvPr userDrawn="1"/>
          </p:nvSpPr>
          <p:spPr>
            <a:xfrm rot="16200000">
              <a:off x="44404465" y="25681216"/>
              <a:ext cx="2432515" cy="338553"/>
            </a:xfrm>
            <a:prstGeom prst="rect">
              <a:avLst/>
            </a:prstGeom>
            <a:noFill/>
          </p:spPr>
          <p:txBody>
            <a:bodyPr wrap="square" lIns="91440" tIns="91440" rIns="91440" bIns="0" rtlCol="0">
              <a:spAutoFit/>
            </a:bodyPr>
            <a:lstStyle/>
            <a:p>
              <a:pPr algn="ctr"/>
              <a:r>
                <a:rPr lang="en-US" sz="1600" b="1" dirty="0">
                  <a:solidFill>
                    <a:srgbClr val="003764"/>
                  </a:solidFill>
                  <a:latin typeface="Frutiger LT Std 45 Light" pitchFamily="34" charset="0"/>
                </a:rPr>
                <a:t>Good</a:t>
              </a:r>
              <a:r>
                <a:rPr lang="en-US" sz="1600" b="1" baseline="0" dirty="0">
                  <a:solidFill>
                    <a:srgbClr val="003764"/>
                  </a:solidFill>
                  <a:latin typeface="Frutiger LT Std 45 Light" pitchFamily="34" charset="0"/>
                </a:rPr>
                <a:t> </a:t>
              </a:r>
              <a:r>
                <a:rPr lang="en-US" sz="1600" baseline="0" dirty="0">
                  <a:solidFill>
                    <a:schemeClr val="bg1"/>
                  </a:solidFill>
                  <a:latin typeface="Frutiger LT Std 45 Light" pitchFamily="34" charset="0"/>
                </a:rPr>
                <a:t>printing quality</a:t>
              </a:r>
              <a:endParaRPr lang="en-US" sz="1600" dirty="0">
                <a:solidFill>
                  <a:schemeClr val="bg1"/>
                </a:solidFill>
                <a:latin typeface="Frutiger LT Std 45 Light" pitchFamily="34" charset="0"/>
              </a:endParaRPr>
            </a:p>
          </p:txBody>
        </p:sp>
        <p:sp>
          <p:nvSpPr>
            <p:cNvPr id="19" name="TextBox 18">
              <a:extLst>
                <a:ext uri="{FF2B5EF4-FFF2-40B4-BE49-F238E27FC236}">
                  <a16:creationId xmlns:a16="http://schemas.microsoft.com/office/drawing/2014/main" id="{24F558EE-8606-4433-AB95-531748677C5E}"/>
                </a:ext>
              </a:extLst>
            </p:cNvPr>
            <p:cNvSpPr txBox="1"/>
            <p:nvPr userDrawn="1"/>
          </p:nvSpPr>
          <p:spPr>
            <a:xfrm rot="16200000">
              <a:off x="53388924" y="25746118"/>
              <a:ext cx="2432515" cy="338553"/>
            </a:xfrm>
            <a:prstGeom prst="rect">
              <a:avLst/>
            </a:prstGeom>
            <a:noFill/>
          </p:spPr>
          <p:txBody>
            <a:bodyPr wrap="square" lIns="91440" tIns="91440" rIns="91440" bIns="0" rtlCol="0">
              <a:spAutoFit/>
            </a:bodyPr>
            <a:lstStyle/>
            <a:p>
              <a:pPr algn="ctr"/>
              <a:r>
                <a:rPr lang="en-US" sz="1600" dirty="0">
                  <a:solidFill>
                    <a:srgbClr val="FF0000"/>
                  </a:solidFill>
                  <a:latin typeface="Frutiger LT Std 45 Light" pitchFamily="34" charset="0"/>
                </a:rPr>
                <a:t>Bad </a:t>
              </a:r>
              <a:r>
                <a:rPr lang="en-US" sz="1600" dirty="0">
                  <a:solidFill>
                    <a:schemeClr val="bg1"/>
                  </a:solidFill>
                  <a:latin typeface="Frutiger LT Std 45 Light" pitchFamily="34" charset="0"/>
                </a:rPr>
                <a:t>printing quality</a:t>
              </a:r>
            </a:p>
          </p:txBody>
        </p:sp>
        <p:pic>
          <p:nvPicPr>
            <p:cNvPr id="20" name="Picture 8" descr="X:\Graphics\Powerpoint templates project\library_back.jpg">
              <a:extLst>
                <a:ext uri="{FF2B5EF4-FFF2-40B4-BE49-F238E27FC236}">
                  <a16:creationId xmlns:a16="http://schemas.microsoft.com/office/drawing/2014/main" id="{13F5E22A-A856-421A-BEC7-81E73D268F05}"/>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45932398" y="24554359"/>
              <a:ext cx="3968274" cy="2645516"/>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9" descr="X:\Graphics\Powerpoint templates project\library_back_badres.jpg">
              <a:extLst>
                <a:ext uri="{FF2B5EF4-FFF2-40B4-BE49-F238E27FC236}">
                  <a16:creationId xmlns:a16="http://schemas.microsoft.com/office/drawing/2014/main" id="{CCA21BFC-1054-43A7-99E0-AE160BFA5345}"/>
                </a:ext>
              </a:extLst>
            </p:cNvPr>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50485299" y="24554359"/>
              <a:ext cx="3950606" cy="2633737"/>
            </a:xfrm>
            <a:prstGeom prst="rect">
              <a:avLst/>
            </a:prstGeom>
            <a:noFill/>
            <a:extLst>
              <a:ext uri="{909E8E84-426E-40DD-AFC4-6F175D3DCCD1}">
                <a14:hiddenFill xmlns:a14="http://schemas.microsoft.com/office/drawing/2010/main">
                  <a:solidFill>
                    <a:srgbClr val="FFFFFF"/>
                  </a:solidFill>
                </a14:hiddenFill>
              </a:ext>
            </a:extLst>
          </p:spPr>
        </p:pic>
      </p:grpSp>
      <p:pic>
        <p:nvPicPr>
          <p:cNvPr id="6" name="Picture 5">
            <a:extLst>
              <a:ext uri="{FF2B5EF4-FFF2-40B4-BE49-F238E27FC236}">
                <a16:creationId xmlns:a16="http://schemas.microsoft.com/office/drawing/2014/main" id="{F1E0D527-9514-4D24-BFC0-17A2262879E6}"/>
              </a:ext>
            </a:extLst>
          </p:cNvPr>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0" y="4197"/>
            <a:ext cx="43891200" cy="5027898"/>
          </a:xfrm>
          <a:prstGeom prst="rect">
            <a:avLst/>
          </a:prstGeom>
        </p:spPr>
      </p:pic>
    </p:spTree>
  </p:cSld>
  <p:clrMap bg1="lt1" tx1="dk1" bg2="lt2" tx2="dk2" accent1="accent1" accent2="accent2" accent3="accent3" accent4="accent4" accent5="accent5" accent6="accent6" hlink="hlink" folHlink="folHlink"/>
  <p:sldLayoutIdLst>
    <p:sldLayoutId id="2147483652" r:id="rId1"/>
    <p:sldLayoutId id="2147483654" r:id="rId2"/>
    <p:sldLayoutId id="2147483655" r:id="rId3"/>
    <p:sldLayoutId id="2147483653" r:id="rId4"/>
  </p:sldLayoutIdLst>
  <p:txStyles>
    <p:titleStyle>
      <a:lvl1pPr algn="ctr" defTabSz="4388166"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563" indent="-1645563" algn="l" defTabSz="4388166"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385" indent="-1371302" algn="l" defTabSz="4388166"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5208" indent="-1097042" algn="l" defTabSz="4388166"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79292"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3374"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7458"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1540"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5624"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49706"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166" rtl="0" eaLnBrk="1" latinLnBrk="0" hangingPunct="1">
        <a:defRPr sz="8600" kern="1200">
          <a:solidFill>
            <a:schemeClr val="tx1"/>
          </a:solidFill>
          <a:latin typeface="+mn-lt"/>
          <a:ea typeface="+mn-ea"/>
          <a:cs typeface="+mn-cs"/>
        </a:defRPr>
      </a:lvl1pPr>
      <a:lvl2pPr marL="2194085" algn="l" defTabSz="4388166" rtl="0" eaLnBrk="1" latinLnBrk="0" hangingPunct="1">
        <a:defRPr sz="8600" kern="1200">
          <a:solidFill>
            <a:schemeClr val="tx1"/>
          </a:solidFill>
          <a:latin typeface="+mn-lt"/>
          <a:ea typeface="+mn-ea"/>
          <a:cs typeface="+mn-cs"/>
        </a:defRPr>
      </a:lvl2pPr>
      <a:lvl3pPr marL="4388166" algn="l" defTabSz="4388166" rtl="0" eaLnBrk="1" latinLnBrk="0" hangingPunct="1">
        <a:defRPr sz="8600" kern="1200">
          <a:solidFill>
            <a:schemeClr val="tx1"/>
          </a:solidFill>
          <a:latin typeface="+mn-lt"/>
          <a:ea typeface="+mn-ea"/>
          <a:cs typeface="+mn-cs"/>
        </a:defRPr>
      </a:lvl3pPr>
      <a:lvl4pPr marL="6582250" algn="l" defTabSz="4388166" rtl="0" eaLnBrk="1" latinLnBrk="0" hangingPunct="1">
        <a:defRPr sz="8600" kern="1200">
          <a:solidFill>
            <a:schemeClr val="tx1"/>
          </a:solidFill>
          <a:latin typeface="+mn-lt"/>
          <a:ea typeface="+mn-ea"/>
          <a:cs typeface="+mn-cs"/>
        </a:defRPr>
      </a:lvl4pPr>
      <a:lvl5pPr marL="8776332" algn="l" defTabSz="4388166" rtl="0" eaLnBrk="1" latinLnBrk="0" hangingPunct="1">
        <a:defRPr sz="8600" kern="1200">
          <a:solidFill>
            <a:schemeClr val="tx1"/>
          </a:solidFill>
          <a:latin typeface="+mn-lt"/>
          <a:ea typeface="+mn-ea"/>
          <a:cs typeface="+mn-cs"/>
        </a:defRPr>
      </a:lvl5pPr>
      <a:lvl6pPr marL="10970417" algn="l" defTabSz="4388166" rtl="0" eaLnBrk="1" latinLnBrk="0" hangingPunct="1">
        <a:defRPr sz="8600" kern="1200">
          <a:solidFill>
            <a:schemeClr val="tx1"/>
          </a:solidFill>
          <a:latin typeface="+mn-lt"/>
          <a:ea typeface="+mn-ea"/>
          <a:cs typeface="+mn-cs"/>
        </a:defRPr>
      </a:lvl6pPr>
      <a:lvl7pPr marL="13164501" algn="l" defTabSz="4388166" rtl="0" eaLnBrk="1" latinLnBrk="0" hangingPunct="1">
        <a:defRPr sz="8600" kern="1200">
          <a:solidFill>
            <a:schemeClr val="tx1"/>
          </a:solidFill>
          <a:latin typeface="+mn-lt"/>
          <a:ea typeface="+mn-ea"/>
          <a:cs typeface="+mn-cs"/>
        </a:defRPr>
      </a:lvl7pPr>
      <a:lvl8pPr marL="15358582" algn="l" defTabSz="4388166" rtl="0" eaLnBrk="1" latinLnBrk="0" hangingPunct="1">
        <a:defRPr sz="8600" kern="1200">
          <a:solidFill>
            <a:schemeClr val="tx1"/>
          </a:solidFill>
          <a:latin typeface="+mn-lt"/>
          <a:ea typeface="+mn-ea"/>
          <a:cs typeface="+mn-cs"/>
        </a:defRPr>
      </a:lvl8pPr>
      <a:lvl9pPr marL="17552667" algn="l" defTabSz="4388166" rtl="0" eaLnBrk="1" latinLnBrk="0" hangingPunct="1">
        <a:defRPr sz="86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0016" userDrawn="1">
          <p15:clr>
            <a:srgbClr val="F26B43"/>
          </p15:clr>
        </p15:guide>
        <p15:guide id="2" orient="horz" pos="3168" userDrawn="1">
          <p15:clr>
            <a:srgbClr val="F26B43"/>
          </p15:clr>
        </p15:guide>
        <p15:guide id="3" orient="horz" pos="2976" userDrawn="1">
          <p15:clr>
            <a:srgbClr val="F26B43"/>
          </p15:clr>
        </p15:guide>
        <p15:guide id="4" orient="horz" pos="192" userDrawn="1">
          <p15:clr>
            <a:srgbClr val="F26B43"/>
          </p15:clr>
        </p15:guide>
        <p15:guide id="5" pos="576" userDrawn="1">
          <p15:clr>
            <a:srgbClr val="F26B43"/>
          </p15:clr>
        </p15:guide>
        <p15:guide id="6" pos="27072"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12.png"/><Relationship Id="rId7" Type="http://schemas.openxmlformats.org/officeDocument/2006/relationships/diagramQuickStyle" Target="../diagrams/quickStyle1.xml"/><Relationship Id="rId2" Type="http://schemas.openxmlformats.org/officeDocument/2006/relationships/image" Target="../media/image11.png"/><Relationship Id="rId1" Type="http://schemas.openxmlformats.org/officeDocument/2006/relationships/slideLayout" Target="../slideLayouts/slideLayout1.xml"/><Relationship Id="rId6" Type="http://schemas.openxmlformats.org/officeDocument/2006/relationships/diagramLayout" Target="../diagrams/layout1.xml"/><Relationship Id="rId5" Type="http://schemas.openxmlformats.org/officeDocument/2006/relationships/diagramData" Target="../diagrams/data1.xml"/><Relationship Id="rId4" Type="http://schemas.openxmlformats.org/officeDocument/2006/relationships/image" Target="../media/image13.png"/><Relationship Id="rId9" Type="http://schemas.microsoft.com/office/2007/relationships/diagramDrawing" Target="../diagrams/drawing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Oval 58">
            <a:extLst>
              <a:ext uri="{FF2B5EF4-FFF2-40B4-BE49-F238E27FC236}">
                <a16:creationId xmlns:a16="http://schemas.microsoft.com/office/drawing/2014/main" id="{46C898C3-2BD5-7E94-4AA5-1BF5CAFF36FE}"/>
              </a:ext>
            </a:extLst>
          </p:cNvPr>
          <p:cNvSpPr/>
          <p:nvPr/>
        </p:nvSpPr>
        <p:spPr>
          <a:xfrm>
            <a:off x="32788971" y="160586"/>
            <a:ext cx="9902195" cy="4668793"/>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8" name="Text Placeholder 247">
            <a:extLst>
              <a:ext uri="{FF2B5EF4-FFF2-40B4-BE49-F238E27FC236}">
                <a16:creationId xmlns:a16="http://schemas.microsoft.com/office/drawing/2014/main" id="{FCB588C2-E32C-4416-8904-BF8EBC58C324}"/>
              </a:ext>
            </a:extLst>
          </p:cNvPr>
          <p:cNvSpPr>
            <a:spLocks noGrp="1"/>
          </p:cNvSpPr>
          <p:nvPr>
            <p:ph type="body" sz="quarter" idx="11"/>
          </p:nvPr>
        </p:nvSpPr>
        <p:spPr>
          <a:xfrm>
            <a:off x="349488" y="5497684"/>
            <a:ext cx="13446799" cy="830997"/>
          </a:xfrm>
        </p:spPr>
        <p:txBody>
          <a:bodyPr/>
          <a:lstStyle/>
          <a:p>
            <a:r>
              <a:rPr lang="en-US" sz="4800" dirty="0"/>
              <a:t>Introduction</a:t>
            </a:r>
          </a:p>
        </p:txBody>
      </p:sp>
      <p:sp>
        <p:nvSpPr>
          <p:cNvPr id="249" name="Text Placeholder 248">
            <a:extLst>
              <a:ext uri="{FF2B5EF4-FFF2-40B4-BE49-F238E27FC236}">
                <a16:creationId xmlns:a16="http://schemas.microsoft.com/office/drawing/2014/main" id="{E0E9361C-2AB3-4A14-9958-43972D8A2542}"/>
              </a:ext>
            </a:extLst>
          </p:cNvPr>
          <p:cNvSpPr>
            <a:spLocks noGrp="1"/>
          </p:cNvSpPr>
          <p:nvPr>
            <p:ph type="body" sz="quarter" idx="157"/>
          </p:nvPr>
        </p:nvSpPr>
        <p:spPr>
          <a:xfrm>
            <a:off x="349488" y="5713377"/>
            <a:ext cx="13137237" cy="8783450"/>
          </a:xfrm>
        </p:spPr>
        <p:txBody>
          <a:bodyPr/>
          <a:lstStyle/>
          <a:p>
            <a:endParaRPr lang="en-US" sz="3600" b="1" dirty="0"/>
          </a:p>
          <a:p>
            <a:pPr marL="457200" indent="-457200">
              <a:buFont typeface="Arial" panose="020B0604020202020204" pitchFamily="34" charset="0"/>
              <a:buChar char="•"/>
            </a:pPr>
            <a:r>
              <a:rPr lang="en-US" sz="3600" b="1" dirty="0"/>
              <a:t>Different fish stocks have been shown to respond differently to extreme weather and climate change </a:t>
            </a:r>
            <a:r>
              <a:rPr lang="en-US" sz="3600" dirty="0"/>
              <a:t>creating challenges for stock assessors and the fishing industry. </a:t>
            </a:r>
          </a:p>
          <a:p>
            <a:pPr marL="457200" indent="-457200">
              <a:buFont typeface="Arial" panose="020B0604020202020204" pitchFamily="34" charset="0"/>
              <a:buChar char="•"/>
            </a:pPr>
            <a:r>
              <a:rPr lang="en-US" sz="3600" b="1" dirty="0"/>
              <a:t>Management Strategy Evaluation (MSE) </a:t>
            </a:r>
            <a:r>
              <a:rPr lang="en-US" sz="3600" dirty="0"/>
              <a:t>is a modeling framework that allows us to simulate different management plans and weigh the tradeoffs of different strategies.</a:t>
            </a:r>
          </a:p>
          <a:p>
            <a:pPr marL="457200" indent="-457200">
              <a:buFont typeface="Arial" panose="020B0604020202020204" pitchFamily="34" charset="0"/>
              <a:buChar char="•"/>
            </a:pPr>
            <a:r>
              <a:rPr lang="en-US" sz="3600" dirty="0"/>
              <a:t>In this study we plan to </a:t>
            </a:r>
            <a:r>
              <a:rPr lang="en-US" sz="3600" b="1" dirty="0"/>
              <a:t>incorporate environmental covariates into an MSE</a:t>
            </a:r>
            <a:r>
              <a:rPr lang="en-US" sz="3600" dirty="0"/>
              <a:t> to better understand how best to use environmental projections. Specifically, we look at Georges Bank Yellowtail Flounder stock as a case study.</a:t>
            </a:r>
            <a:endParaRPr lang="en-US" sz="3000" dirty="0"/>
          </a:p>
          <a:p>
            <a:pPr marL="457200" indent="-457200">
              <a:buFont typeface="Arial" panose="020B0604020202020204" pitchFamily="34" charset="0"/>
              <a:buChar char="•"/>
            </a:pPr>
            <a:endParaRPr lang="en-US" sz="3000" dirty="0"/>
          </a:p>
          <a:p>
            <a:pPr marL="457200" indent="-457200">
              <a:buFont typeface="Arial" panose="020B0604020202020204" pitchFamily="34" charset="0"/>
              <a:buChar char="•"/>
            </a:pPr>
            <a:endParaRPr lang="en-US" sz="3000" dirty="0"/>
          </a:p>
          <a:p>
            <a:endParaRPr lang="en-US" sz="3000" dirty="0"/>
          </a:p>
          <a:p>
            <a:endParaRPr lang="en-US" sz="3000" dirty="0"/>
          </a:p>
          <a:p>
            <a:endParaRPr lang="en-US" sz="3400" dirty="0"/>
          </a:p>
          <a:p>
            <a:endParaRPr lang="en-US" dirty="0"/>
          </a:p>
        </p:txBody>
      </p:sp>
      <p:sp>
        <p:nvSpPr>
          <p:cNvPr id="255" name="Text Placeholder 254">
            <a:extLst>
              <a:ext uri="{FF2B5EF4-FFF2-40B4-BE49-F238E27FC236}">
                <a16:creationId xmlns:a16="http://schemas.microsoft.com/office/drawing/2014/main" id="{268B535F-1908-4E98-A2C6-C4AC9808F41E}"/>
              </a:ext>
            </a:extLst>
          </p:cNvPr>
          <p:cNvSpPr>
            <a:spLocks noGrp="1"/>
          </p:cNvSpPr>
          <p:nvPr>
            <p:ph type="body" sz="quarter" idx="188"/>
          </p:nvPr>
        </p:nvSpPr>
        <p:spPr>
          <a:xfrm>
            <a:off x="13845567" y="6523468"/>
            <a:ext cx="13064653" cy="9685728"/>
          </a:xfrm>
        </p:spPr>
        <p:txBody>
          <a:bodyPr/>
          <a:lstStyle/>
          <a:p>
            <a:pPr marL="457200" indent="-457200">
              <a:buFont typeface="Arial" panose="020B0604020202020204" pitchFamily="34" charset="0"/>
              <a:buChar char="•"/>
            </a:pPr>
            <a:r>
              <a:rPr lang="en-US" sz="3600" b="1" dirty="0"/>
              <a:t>Georges Bank Yellowtail Flounder </a:t>
            </a:r>
            <a:r>
              <a:rPr lang="en-US" sz="3600" dirty="0"/>
              <a:t>(</a:t>
            </a:r>
            <a:r>
              <a:rPr lang="en-US" sz="3600" i="1" dirty="0" err="1"/>
              <a:t>Limanda</a:t>
            </a:r>
            <a:r>
              <a:rPr lang="en-US" sz="3600" i="1" dirty="0"/>
              <a:t> </a:t>
            </a:r>
            <a:r>
              <a:rPr lang="en-US" sz="3600" i="1" dirty="0" err="1"/>
              <a:t>ferruginea</a:t>
            </a:r>
            <a:r>
              <a:rPr lang="en-US" sz="3600" dirty="0"/>
              <a:t>) is a currently overfished stock on the US Atlantic Coast. Bottom Temperature has been shown to have a controlling effect on recruitment </a:t>
            </a:r>
            <a:r>
              <a:rPr lang="en-US" sz="3600" dirty="0">
                <a:highlight>
                  <a:srgbClr val="FFFF00"/>
                </a:highlight>
              </a:rPr>
              <a:t>(CITE).</a:t>
            </a:r>
            <a:endParaRPr lang="en-US" sz="3600" dirty="0"/>
          </a:p>
          <a:p>
            <a:pPr marL="457200" indent="-457200">
              <a:buFont typeface="Arial" panose="020B0604020202020204" pitchFamily="34" charset="0"/>
              <a:buChar char="•"/>
            </a:pPr>
            <a:r>
              <a:rPr lang="en-US" sz="3600" dirty="0"/>
              <a:t>Using the </a:t>
            </a:r>
            <a:r>
              <a:rPr lang="en-US" sz="3600" b="1" dirty="0"/>
              <a:t>Wood’s Hole Assessment Model (WHAM) and the </a:t>
            </a:r>
            <a:r>
              <a:rPr lang="en-US" sz="3600" b="1" dirty="0" err="1"/>
              <a:t>whamMSE</a:t>
            </a:r>
            <a:r>
              <a:rPr lang="en-US" sz="3600" b="1" dirty="0"/>
              <a:t> R package </a:t>
            </a:r>
            <a:r>
              <a:rPr lang="en-US" sz="3600" b="1" dirty="0">
                <a:highlight>
                  <a:srgbClr val="FFFF00"/>
                </a:highlight>
              </a:rPr>
              <a:t>(CITE)</a:t>
            </a:r>
            <a:r>
              <a:rPr lang="en-US" sz="3600" dirty="0">
                <a:highlight>
                  <a:srgbClr val="FFFF00"/>
                </a:highlight>
              </a:rPr>
              <a:t> </a:t>
            </a:r>
            <a:r>
              <a:rPr lang="en-US" sz="3600" dirty="0"/>
              <a:t>We will update these packages such that new temperature data is incorporated with each MSE period, simulating periodic stock assessments.</a:t>
            </a:r>
          </a:p>
          <a:p>
            <a:pPr marL="457200" indent="-457200">
              <a:buFont typeface="Arial" panose="020B0604020202020204" pitchFamily="34" charset="0"/>
              <a:buChar char="•"/>
            </a:pPr>
            <a:r>
              <a:rPr lang="en-US" sz="3600" dirty="0"/>
              <a:t>We will use </a:t>
            </a:r>
            <a:r>
              <a:rPr lang="en-US" sz="3600" b="1" dirty="0"/>
              <a:t>temperature forecasts from the Modular Ocean Model (MOM6) </a:t>
            </a:r>
            <a:r>
              <a:rPr lang="en-US" sz="3600" dirty="0">
                <a:highlight>
                  <a:srgbClr val="FFFF00"/>
                </a:highlight>
              </a:rPr>
              <a:t>(CITE) </a:t>
            </a:r>
            <a:r>
              <a:rPr lang="en-US" sz="3600" dirty="0"/>
              <a:t>to compare the effectiveness of different temperature projections in assessing stock health and creating management strategies</a:t>
            </a:r>
          </a:p>
          <a:p>
            <a:endParaRPr lang="en-US" sz="3000" dirty="0"/>
          </a:p>
          <a:p>
            <a:endParaRPr lang="en-US" sz="3000" dirty="0"/>
          </a:p>
          <a:p>
            <a:pPr marL="457200" indent="-457200">
              <a:buFont typeface="Arial" panose="020B0604020202020204" pitchFamily="34" charset="0"/>
              <a:buChar char="•"/>
            </a:pPr>
            <a:endParaRPr lang="en-US" sz="3000" dirty="0"/>
          </a:p>
        </p:txBody>
      </p:sp>
      <p:sp>
        <p:nvSpPr>
          <p:cNvPr id="256" name="Text Placeholder 255">
            <a:extLst>
              <a:ext uri="{FF2B5EF4-FFF2-40B4-BE49-F238E27FC236}">
                <a16:creationId xmlns:a16="http://schemas.microsoft.com/office/drawing/2014/main" id="{78254081-DDFB-4561-97DE-81B54EFD2EAF}"/>
              </a:ext>
            </a:extLst>
          </p:cNvPr>
          <p:cNvSpPr>
            <a:spLocks noGrp="1"/>
          </p:cNvSpPr>
          <p:nvPr>
            <p:ph type="body" sz="quarter" idx="189"/>
          </p:nvPr>
        </p:nvSpPr>
        <p:spPr>
          <a:xfrm>
            <a:off x="28405252" y="5435709"/>
            <a:ext cx="13478796" cy="830997"/>
          </a:xfrm>
        </p:spPr>
        <p:txBody>
          <a:bodyPr/>
          <a:lstStyle/>
          <a:p>
            <a:r>
              <a:rPr lang="en-US" sz="4800" dirty="0"/>
              <a:t>PROJECTIONS</a:t>
            </a:r>
          </a:p>
        </p:txBody>
      </p:sp>
      <p:sp>
        <p:nvSpPr>
          <p:cNvPr id="258" name="Text Placeholder 257">
            <a:extLst>
              <a:ext uri="{FF2B5EF4-FFF2-40B4-BE49-F238E27FC236}">
                <a16:creationId xmlns:a16="http://schemas.microsoft.com/office/drawing/2014/main" id="{76FC5FA2-0A9D-4A86-A759-6AC9024D4CD8}"/>
              </a:ext>
            </a:extLst>
          </p:cNvPr>
          <p:cNvSpPr>
            <a:spLocks noGrp="1"/>
          </p:cNvSpPr>
          <p:nvPr>
            <p:ph type="body" sz="quarter" idx="191"/>
          </p:nvPr>
        </p:nvSpPr>
        <p:spPr>
          <a:xfrm>
            <a:off x="326994" y="14487494"/>
            <a:ext cx="13979748" cy="830997"/>
          </a:xfrm>
        </p:spPr>
        <p:txBody>
          <a:bodyPr/>
          <a:lstStyle/>
          <a:p>
            <a:r>
              <a:rPr lang="en-US" sz="4800" dirty="0"/>
              <a:t>METHODS – MSE PROCESS</a:t>
            </a:r>
          </a:p>
        </p:txBody>
      </p:sp>
      <p:sp>
        <p:nvSpPr>
          <p:cNvPr id="260" name="Text Placeholder 259">
            <a:extLst>
              <a:ext uri="{FF2B5EF4-FFF2-40B4-BE49-F238E27FC236}">
                <a16:creationId xmlns:a16="http://schemas.microsoft.com/office/drawing/2014/main" id="{2B9AEA34-511C-4D46-A919-4AEAF57293A1}"/>
              </a:ext>
            </a:extLst>
          </p:cNvPr>
          <p:cNvSpPr>
            <a:spLocks noGrp="1"/>
          </p:cNvSpPr>
          <p:nvPr>
            <p:ph type="body" sz="quarter" idx="193"/>
          </p:nvPr>
        </p:nvSpPr>
        <p:spPr>
          <a:xfrm>
            <a:off x="45287477" y="2964670"/>
            <a:ext cx="9534959" cy="830997"/>
          </a:xfrm>
        </p:spPr>
        <p:txBody>
          <a:bodyPr/>
          <a:lstStyle/>
          <a:p>
            <a:r>
              <a:rPr lang="en-US" sz="4800" dirty="0"/>
              <a:t>Discussion and future work </a:t>
            </a:r>
          </a:p>
        </p:txBody>
      </p:sp>
      <p:sp>
        <p:nvSpPr>
          <p:cNvPr id="261" name="Text Placeholder 260">
            <a:extLst>
              <a:ext uri="{FF2B5EF4-FFF2-40B4-BE49-F238E27FC236}">
                <a16:creationId xmlns:a16="http://schemas.microsoft.com/office/drawing/2014/main" id="{D30FC00E-DA69-4EDE-AE1F-6147F9476385}"/>
              </a:ext>
            </a:extLst>
          </p:cNvPr>
          <p:cNvSpPr>
            <a:spLocks noGrp="1"/>
          </p:cNvSpPr>
          <p:nvPr>
            <p:ph type="body" sz="quarter" idx="194"/>
          </p:nvPr>
        </p:nvSpPr>
        <p:spPr>
          <a:xfrm>
            <a:off x="44845832" y="14575369"/>
            <a:ext cx="12815577" cy="507831"/>
          </a:xfrm>
        </p:spPr>
        <p:txBody>
          <a:bodyPr/>
          <a:lstStyle/>
          <a:p>
            <a:pPr marL="457200" indent="-457200">
              <a:buFont typeface="Arial" panose="020B0604020202020204" pitchFamily="34" charset="0"/>
              <a:buChar char="•"/>
            </a:pPr>
            <a:r>
              <a:rPr lang="en-US" sz="3000" dirty="0"/>
              <a:t>BLAH BLAH BLAH BLHA</a:t>
            </a:r>
            <a:endParaRPr lang="en-US" sz="3400" dirty="0"/>
          </a:p>
        </p:txBody>
      </p:sp>
      <p:sp>
        <p:nvSpPr>
          <p:cNvPr id="252" name="Text Placeholder 251">
            <a:extLst>
              <a:ext uri="{FF2B5EF4-FFF2-40B4-BE49-F238E27FC236}">
                <a16:creationId xmlns:a16="http://schemas.microsoft.com/office/drawing/2014/main" id="{9A21323A-35E4-48E4-8148-B81DCD10C3A8}"/>
              </a:ext>
            </a:extLst>
          </p:cNvPr>
          <p:cNvSpPr>
            <a:spLocks noGrp="1"/>
          </p:cNvSpPr>
          <p:nvPr>
            <p:ph type="body" sz="quarter" idx="183"/>
          </p:nvPr>
        </p:nvSpPr>
        <p:spPr>
          <a:xfrm>
            <a:off x="1011105" y="493858"/>
            <a:ext cx="34297711" cy="2317750"/>
          </a:xfrm>
        </p:spPr>
        <p:txBody>
          <a:bodyPr>
            <a:normAutofit lnSpcReduction="10000"/>
          </a:bodyPr>
          <a:lstStyle/>
          <a:p>
            <a:r>
              <a:rPr lang="en-US" dirty="0"/>
              <a:t>APPLYING EFFECTIVE ENVIRONMENTAL FORECASTS TO MANAGEMENT STRATEGY EVALUATION OF YELLOWTAIL FLOUNDER</a:t>
            </a:r>
          </a:p>
        </p:txBody>
      </p:sp>
      <p:sp>
        <p:nvSpPr>
          <p:cNvPr id="253" name="Text Placeholder 252">
            <a:extLst>
              <a:ext uri="{FF2B5EF4-FFF2-40B4-BE49-F238E27FC236}">
                <a16:creationId xmlns:a16="http://schemas.microsoft.com/office/drawing/2014/main" id="{0437AAE5-35BE-4F13-8C85-9225E027280F}"/>
              </a:ext>
            </a:extLst>
          </p:cNvPr>
          <p:cNvSpPr>
            <a:spLocks noGrp="1"/>
          </p:cNvSpPr>
          <p:nvPr>
            <p:ph type="body" sz="quarter" idx="184"/>
          </p:nvPr>
        </p:nvSpPr>
        <p:spPr>
          <a:xfrm>
            <a:off x="957488" y="2894734"/>
            <a:ext cx="32798701" cy="1937838"/>
          </a:xfrm>
        </p:spPr>
        <p:txBody>
          <a:bodyPr>
            <a:normAutofit/>
          </a:bodyPr>
          <a:lstStyle/>
          <a:p>
            <a:r>
              <a:rPr lang="en-US" sz="5800" dirty="0"/>
              <a:t>Sophie Wulfing</a:t>
            </a:r>
            <a:r>
              <a:rPr lang="en-US" sz="5800" baseline="30000" dirty="0"/>
              <a:t>1</a:t>
            </a:r>
            <a:r>
              <a:rPr lang="en-US" sz="5800" dirty="0"/>
              <a:t>, Gavin Fay,</a:t>
            </a:r>
            <a:r>
              <a:rPr lang="en-US" sz="5800" baseline="30000" dirty="0"/>
              <a:t>1</a:t>
            </a:r>
            <a:r>
              <a:rPr lang="en-US" sz="5800" dirty="0"/>
              <a:t> Scott I. Large</a:t>
            </a:r>
            <a:r>
              <a:rPr lang="en-US" sz="5800" baseline="30000" dirty="0"/>
              <a:t>2</a:t>
            </a:r>
            <a:r>
              <a:rPr lang="en-US" sz="5800" dirty="0"/>
              <a:t>, Vincent Saba</a:t>
            </a:r>
            <a:r>
              <a:rPr lang="en-US" sz="5800" baseline="30000" dirty="0"/>
              <a:t>2</a:t>
            </a:r>
            <a:endParaRPr lang="en-US" baseline="30000" dirty="0"/>
          </a:p>
          <a:p>
            <a:r>
              <a:rPr lang="en-US" sz="3600" baseline="30000" dirty="0"/>
              <a:t>1</a:t>
            </a:r>
            <a:r>
              <a:rPr lang="en-US" sz="3600" dirty="0"/>
              <a:t>School for Marine Science and Technology, University of Massachusetts Dartmouth, </a:t>
            </a:r>
            <a:r>
              <a:rPr lang="en-US" sz="3600" baseline="30000" dirty="0"/>
              <a:t>2</a:t>
            </a:r>
            <a:r>
              <a:rPr lang="en-US" sz="3600" dirty="0"/>
              <a:t>NOAA Northeast Fisheries Science Center</a:t>
            </a:r>
          </a:p>
        </p:txBody>
      </p:sp>
      <p:sp>
        <p:nvSpPr>
          <p:cNvPr id="29" name="Text Placeholder 259">
            <a:extLst>
              <a:ext uri="{FF2B5EF4-FFF2-40B4-BE49-F238E27FC236}">
                <a16:creationId xmlns:a16="http://schemas.microsoft.com/office/drawing/2014/main" id="{ABD1EDC9-ADF5-CEA3-E800-E479542968F1}"/>
              </a:ext>
            </a:extLst>
          </p:cNvPr>
          <p:cNvSpPr txBox="1">
            <a:spLocks/>
          </p:cNvSpPr>
          <p:nvPr/>
        </p:nvSpPr>
        <p:spPr>
          <a:xfrm>
            <a:off x="29253487" y="27993527"/>
            <a:ext cx="13437679" cy="1717393"/>
          </a:xfrm>
          <a:prstGeom prst="rect">
            <a:avLst/>
          </a:prstGeom>
          <a:noFill/>
        </p:spPr>
        <p:txBody>
          <a:bodyPr wrap="square" lIns="91421" tIns="45720" rIns="91421" bIns="45720" anchor="ctr" anchorCtr="0">
            <a:spAutoFit/>
          </a:bodyPr>
          <a:lstStyle>
            <a:lvl1pPr marL="0" indent="0" algn="l" defTabSz="4388166" rtl="0" eaLnBrk="1" latinLnBrk="0" hangingPunct="1">
              <a:spcBef>
                <a:spcPct val="20000"/>
              </a:spcBef>
              <a:buFont typeface="Arial" pitchFamily="34" charset="0"/>
              <a:buNone/>
              <a:defRPr sz="3600" b="0" u="none" kern="1200" cap="all" baseline="0">
                <a:solidFill>
                  <a:srgbClr val="004A8D"/>
                </a:solidFill>
                <a:latin typeface="Franklin Gothic Medium" panose="020B0603020102020204" pitchFamily="34" charset="0"/>
                <a:ea typeface="+mn-ea"/>
                <a:cs typeface="+mn-cs"/>
              </a:defRPr>
            </a:lvl1pPr>
            <a:lvl2pPr marL="3565385" indent="-1371302" algn="l" defTabSz="4388166"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5208" indent="-1097042" algn="l" defTabSz="4388166"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79292"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3374"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7458"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1540"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5624"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49706"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sz="4800" dirty="0"/>
              <a:t>References</a:t>
            </a:r>
          </a:p>
          <a:p>
            <a:endParaRPr lang="en-US" sz="4800" dirty="0"/>
          </a:p>
        </p:txBody>
      </p:sp>
      <p:sp>
        <p:nvSpPr>
          <p:cNvPr id="14" name="Text Placeholder 13">
            <a:extLst>
              <a:ext uri="{FF2B5EF4-FFF2-40B4-BE49-F238E27FC236}">
                <a16:creationId xmlns:a16="http://schemas.microsoft.com/office/drawing/2014/main" id="{495155DF-913C-FF1B-75EE-3613C6CE12B8}"/>
              </a:ext>
            </a:extLst>
          </p:cNvPr>
          <p:cNvSpPr>
            <a:spLocks noGrp="1"/>
          </p:cNvSpPr>
          <p:nvPr>
            <p:ph type="body" sz="quarter" idx="192"/>
          </p:nvPr>
        </p:nvSpPr>
        <p:spPr>
          <a:xfrm>
            <a:off x="503874" y="31621164"/>
            <a:ext cx="26406345" cy="600164"/>
          </a:xfrm>
        </p:spPr>
        <p:txBody>
          <a:bodyPr/>
          <a:lstStyle/>
          <a:p>
            <a:r>
              <a:rPr lang="en-US" sz="3600" dirty="0"/>
              <a:t>Figure 2: Visualization of the MSE process used in our analysis</a:t>
            </a:r>
          </a:p>
        </p:txBody>
      </p:sp>
      <p:pic>
        <p:nvPicPr>
          <p:cNvPr id="8" name="Picture 7">
            <a:extLst>
              <a:ext uri="{FF2B5EF4-FFF2-40B4-BE49-F238E27FC236}">
                <a16:creationId xmlns:a16="http://schemas.microsoft.com/office/drawing/2014/main" id="{A4784467-29C4-A30F-CEF3-C647BD148C38}"/>
              </a:ext>
            </a:extLst>
          </p:cNvPr>
          <p:cNvPicPr>
            <a:picLocks noChangeAspect="1"/>
          </p:cNvPicPr>
          <p:nvPr/>
        </p:nvPicPr>
        <p:blipFill>
          <a:blip r:embed="rId2"/>
          <a:stretch>
            <a:fillRect/>
          </a:stretch>
        </p:blipFill>
        <p:spPr>
          <a:xfrm>
            <a:off x="14306742" y="14496826"/>
            <a:ext cx="12471141" cy="8105438"/>
          </a:xfrm>
          <a:prstGeom prst="rect">
            <a:avLst/>
          </a:prstGeom>
        </p:spPr>
      </p:pic>
      <p:sp>
        <p:nvSpPr>
          <p:cNvPr id="3" name="Text Placeholder 2">
            <a:extLst>
              <a:ext uri="{FF2B5EF4-FFF2-40B4-BE49-F238E27FC236}">
                <a16:creationId xmlns:a16="http://schemas.microsoft.com/office/drawing/2014/main" id="{4BF49E27-D05C-038D-9436-606C8805964E}"/>
              </a:ext>
            </a:extLst>
          </p:cNvPr>
          <p:cNvSpPr>
            <a:spLocks noGrp="1"/>
          </p:cNvSpPr>
          <p:nvPr>
            <p:ph type="body" sz="quarter" idx="165"/>
          </p:nvPr>
        </p:nvSpPr>
        <p:spPr>
          <a:xfrm>
            <a:off x="14053621" y="5472926"/>
            <a:ext cx="13478557" cy="830997"/>
          </a:xfrm>
        </p:spPr>
        <p:txBody>
          <a:bodyPr/>
          <a:lstStyle/>
          <a:p>
            <a:r>
              <a:rPr lang="en-US" sz="4800" dirty="0"/>
              <a:t>METHODS – DATA </a:t>
            </a:r>
          </a:p>
        </p:txBody>
      </p:sp>
      <p:sp>
        <p:nvSpPr>
          <p:cNvPr id="15" name="Text Placeholder 254">
            <a:extLst>
              <a:ext uri="{FF2B5EF4-FFF2-40B4-BE49-F238E27FC236}">
                <a16:creationId xmlns:a16="http://schemas.microsoft.com/office/drawing/2014/main" id="{200B346D-4FDB-590F-820F-87B35D9083D5}"/>
              </a:ext>
            </a:extLst>
          </p:cNvPr>
          <p:cNvSpPr txBox="1">
            <a:spLocks/>
          </p:cNvSpPr>
          <p:nvPr/>
        </p:nvSpPr>
        <p:spPr>
          <a:xfrm>
            <a:off x="28595752" y="17026924"/>
            <a:ext cx="13064653" cy="11126123"/>
          </a:xfrm>
          <a:prstGeom prst="rect">
            <a:avLst/>
          </a:prstGeom>
        </p:spPr>
        <p:txBody>
          <a:bodyPr wrap="square" lIns="91440" tIns="45720" rIns="91440" bIns="0">
            <a:spAutoFit/>
          </a:bodyPr>
          <a:lstStyle>
            <a:lvl1pPr marL="0" indent="0" algn="l" defTabSz="4388166" rtl="0" eaLnBrk="1" latinLnBrk="0" hangingPunct="1">
              <a:spcBef>
                <a:spcPct val="20000"/>
              </a:spcBef>
              <a:buFontTx/>
              <a:buNone/>
              <a:defRPr sz="2800" b="0" kern="1200" spc="198" baseline="0">
                <a:solidFill>
                  <a:schemeClr val="tx1"/>
                </a:solidFill>
                <a:latin typeface="Avenir Next LT Pro" panose="020B0504020202020204" pitchFamily="34" charset="0"/>
                <a:ea typeface="+mn-ea"/>
                <a:cs typeface="Arial" panose="020B0604020202020204" pitchFamily="34" charset="0"/>
              </a:defRPr>
            </a:lvl1pPr>
            <a:lvl2pPr marL="667227" indent="-248603" algn="l" defTabSz="4388166" rtl="0" eaLnBrk="1" latinLnBrk="0" hangingPunct="1">
              <a:spcBef>
                <a:spcPct val="20000"/>
              </a:spcBef>
              <a:buFont typeface="Arial" panose="020B0604020202020204" pitchFamily="34" charset="0"/>
              <a:buChar char="•"/>
              <a:defRPr sz="2800" b="0" kern="1200" spc="198" baseline="0">
                <a:solidFill>
                  <a:schemeClr val="tx1"/>
                </a:solidFill>
                <a:latin typeface="Avenir Next LT Pro" panose="020B0504020202020204" pitchFamily="34" charset="0"/>
                <a:ea typeface="+mn-ea"/>
                <a:cs typeface="Arial" panose="020B0604020202020204" pitchFamily="34" charset="0"/>
              </a:defRPr>
            </a:lvl2pPr>
            <a:lvl3pPr marL="1132999" indent="-201454" algn="l" defTabSz="4388166" rtl="0" eaLnBrk="1" latinLnBrk="0" hangingPunct="1">
              <a:spcBef>
                <a:spcPct val="20000"/>
              </a:spcBef>
              <a:buFont typeface="Arial" panose="020B0604020202020204" pitchFamily="34" charset="0"/>
              <a:buChar char="•"/>
              <a:defRPr sz="2800" b="0" kern="1200" spc="198" baseline="0">
                <a:solidFill>
                  <a:schemeClr val="tx1"/>
                </a:solidFill>
                <a:latin typeface="Avenir Next LT Pro" panose="020B0504020202020204" pitchFamily="34" charset="0"/>
                <a:ea typeface="+mn-ea"/>
                <a:cs typeface="Arial" panose="020B0604020202020204" pitchFamily="34" charset="0"/>
              </a:defRPr>
            </a:lvl3pPr>
            <a:lvl4pPr marL="1754505" indent="-311468" algn="l" defTabSz="4388166" rtl="0" eaLnBrk="1" latinLnBrk="0" hangingPunct="1">
              <a:spcBef>
                <a:spcPct val="20000"/>
              </a:spcBef>
              <a:buFont typeface="Arial" panose="020B0604020202020204" pitchFamily="34" charset="0"/>
              <a:buChar char="•"/>
              <a:defRPr sz="2400" b="0" kern="1200" spc="198" baseline="0">
                <a:solidFill>
                  <a:schemeClr val="tx1"/>
                </a:solidFill>
                <a:latin typeface="Avenir Next LT Pro" panose="020B0504020202020204" pitchFamily="34" charset="0"/>
                <a:ea typeface="+mn-ea"/>
                <a:cs typeface="Arial" panose="020B0604020202020204" pitchFamily="34" charset="0"/>
              </a:defRPr>
            </a:lvl4pPr>
            <a:lvl5pPr marL="2313147" indent="-285750" algn="l" defTabSz="4388166" rtl="0" eaLnBrk="1" latinLnBrk="0" hangingPunct="1">
              <a:spcBef>
                <a:spcPct val="20000"/>
              </a:spcBef>
              <a:buFont typeface="Arial" panose="020B0604020202020204" pitchFamily="34" charset="0"/>
              <a:buChar char="•"/>
              <a:defRPr sz="2400" b="0" kern="1200" spc="198" baseline="0">
                <a:solidFill>
                  <a:schemeClr val="tx1"/>
                </a:solidFill>
                <a:latin typeface="Avenir Next LT Pro" panose="020B0504020202020204" pitchFamily="34" charset="0"/>
                <a:ea typeface="+mn-ea"/>
                <a:cs typeface="Arial" panose="020B0604020202020204" pitchFamily="34" charset="0"/>
              </a:defRPr>
            </a:lvl5pPr>
            <a:lvl6pPr marL="12067458"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1540"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5624"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49706"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457200" indent="-457200">
              <a:buFont typeface="Arial" panose="020B0604020202020204" pitchFamily="34" charset="0"/>
              <a:buChar char="•"/>
            </a:pPr>
            <a:r>
              <a:rPr lang="en-US" sz="3600" b="1" dirty="0"/>
              <a:t>OM – </a:t>
            </a:r>
            <a:r>
              <a:rPr lang="en-US" sz="3600" dirty="0"/>
              <a:t>Operating Model. This is the “real” condition of the fishery that will be used to simulate stock growth and ocean conditions. The estimation models will update bottom temperatures from the OM every MSE period.</a:t>
            </a:r>
            <a:endParaRPr lang="en-US" sz="3600" b="1" dirty="0"/>
          </a:p>
          <a:p>
            <a:pPr marL="457200" indent="-457200">
              <a:buFont typeface="Arial" panose="020B0604020202020204" pitchFamily="34" charset="0"/>
              <a:buChar char="•"/>
            </a:pPr>
            <a:r>
              <a:rPr lang="en-US" sz="3600" b="1" dirty="0"/>
              <a:t>AR1</a:t>
            </a:r>
            <a:r>
              <a:rPr lang="en-US" sz="3600" dirty="0"/>
              <a:t> – </a:t>
            </a:r>
            <a:r>
              <a:rPr lang="en-US" sz="3600" dirty="0" err="1"/>
              <a:t>AutoRegressive</a:t>
            </a:r>
            <a:r>
              <a:rPr lang="en-US" sz="3600" dirty="0"/>
              <a:t>(1) estimation process uses a linear regression of the current values of the time series on the previous value. This is an automatic setting in the </a:t>
            </a:r>
            <a:r>
              <a:rPr lang="en-US" sz="3600" dirty="0" err="1"/>
              <a:t>WhamMSE</a:t>
            </a:r>
            <a:r>
              <a:rPr lang="en-US" sz="3600" dirty="0"/>
              <a:t> package.</a:t>
            </a:r>
          </a:p>
          <a:p>
            <a:pPr marL="457200" indent="-457200">
              <a:buFont typeface="Arial" panose="020B0604020202020204" pitchFamily="34" charset="0"/>
              <a:buChar char="•"/>
            </a:pPr>
            <a:r>
              <a:rPr lang="en-US" sz="3600" b="1" dirty="0" err="1"/>
              <a:t>RecWind</a:t>
            </a:r>
            <a:r>
              <a:rPr lang="en-US" sz="3600" dirty="0"/>
              <a:t> – Recent Window. This projection uses the average temperature from the last five years as its projection</a:t>
            </a:r>
            <a:endParaRPr lang="en-US" sz="3600" b="1" dirty="0"/>
          </a:p>
          <a:p>
            <a:pPr marL="457200" indent="-457200">
              <a:buFont typeface="Arial" panose="020B0604020202020204" pitchFamily="34" charset="0"/>
              <a:buChar char="•"/>
            </a:pPr>
            <a:r>
              <a:rPr lang="en-US" sz="3600" b="1" dirty="0" err="1"/>
              <a:t>HistAvg</a:t>
            </a:r>
            <a:r>
              <a:rPr lang="en-US" sz="3600" dirty="0"/>
              <a:t> – Historical Average. Uses the average of the whole data series</a:t>
            </a:r>
            <a:endParaRPr lang="en-US" sz="3600" b="1" dirty="0"/>
          </a:p>
          <a:p>
            <a:pPr marL="457200" indent="-457200">
              <a:buFont typeface="Arial" panose="020B0604020202020204" pitchFamily="34" charset="0"/>
              <a:buChar char="•"/>
            </a:pPr>
            <a:r>
              <a:rPr lang="en-US" sz="3600" b="1" dirty="0" err="1"/>
              <a:t>RecTrend</a:t>
            </a:r>
            <a:r>
              <a:rPr lang="en-US" sz="3600" dirty="0"/>
              <a:t> – Recent Trend. This projection uses the linear regression of last five years of temperature data to project temperature.</a:t>
            </a:r>
            <a:endParaRPr lang="en-US" sz="3600" b="1" dirty="0"/>
          </a:p>
          <a:p>
            <a:pPr marL="457200" indent="-457200">
              <a:buFont typeface="Arial" panose="020B0604020202020204" pitchFamily="34" charset="0"/>
              <a:buChar char="•"/>
            </a:pPr>
            <a:r>
              <a:rPr lang="en-US" sz="3600" b="1" dirty="0" err="1"/>
              <a:t>NoTemp</a:t>
            </a:r>
            <a:r>
              <a:rPr lang="en-US" sz="3600" dirty="0"/>
              <a:t> – No temperature (not pictured). No Environmental covariate is used in this projection.</a:t>
            </a:r>
          </a:p>
        </p:txBody>
      </p:sp>
      <p:pic>
        <p:nvPicPr>
          <p:cNvPr id="17" name="Picture 16">
            <a:extLst>
              <a:ext uri="{FF2B5EF4-FFF2-40B4-BE49-F238E27FC236}">
                <a16:creationId xmlns:a16="http://schemas.microsoft.com/office/drawing/2014/main" id="{36B1B24A-1A9C-C84E-DCF2-8D865C755662}"/>
              </a:ext>
            </a:extLst>
          </p:cNvPr>
          <p:cNvPicPr>
            <a:picLocks noChangeAspect="1"/>
          </p:cNvPicPr>
          <p:nvPr/>
        </p:nvPicPr>
        <p:blipFill>
          <a:blip r:embed="rId3"/>
          <a:stretch>
            <a:fillRect/>
          </a:stretch>
        </p:blipFill>
        <p:spPr>
          <a:xfrm>
            <a:off x="27496915" y="6627539"/>
            <a:ext cx="15899117" cy="9796425"/>
          </a:xfrm>
          <a:prstGeom prst="rect">
            <a:avLst/>
          </a:prstGeom>
        </p:spPr>
      </p:pic>
      <p:sp>
        <p:nvSpPr>
          <p:cNvPr id="19" name="Text Placeholder 18">
            <a:extLst>
              <a:ext uri="{FF2B5EF4-FFF2-40B4-BE49-F238E27FC236}">
                <a16:creationId xmlns:a16="http://schemas.microsoft.com/office/drawing/2014/main" id="{DAF6EF70-63F4-4B39-46B1-01755D6FABBA}"/>
              </a:ext>
            </a:extLst>
          </p:cNvPr>
          <p:cNvSpPr>
            <a:spLocks noGrp="1"/>
          </p:cNvSpPr>
          <p:nvPr>
            <p:ph type="body" sz="quarter" idx="187"/>
          </p:nvPr>
        </p:nvSpPr>
        <p:spPr>
          <a:xfrm>
            <a:off x="503875" y="24081596"/>
            <a:ext cx="13433269" cy="646331"/>
          </a:xfrm>
        </p:spPr>
        <p:txBody>
          <a:bodyPr/>
          <a:lstStyle/>
          <a:p>
            <a:endParaRPr lang="en-US" dirty="0"/>
          </a:p>
        </p:txBody>
      </p:sp>
      <p:cxnSp>
        <p:nvCxnSpPr>
          <p:cNvPr id="21" name="Straight Connector 20">
            <a:extLst>
              <a:ext uri="{FF2B5EF4-FFF2-40B4-BE49-F238E27FC236}">
                <a16:creationId xmlns:a16="http://schemas.microsoft.com/office/drawing/2014/main" id="{FD1501CA-F393-EA63-4E64-9C77AAA4EEFA}"/>
              </a:ext>
            </a:extLst>
          </p:cNvPr>
          <p:cNvCxnSpPr>
            <a:cxnSpLocks/>
          </p:cNvCxnSpPr>
          <p:nvPr/>
        </p:nvCxnSpPr>
        <p:spPr>
          <a:xfrm>
            <a:off x="35820138" y="6398939"/>
            <a:ext cx="0" cy="941832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CCD79362-9C34-1074-E795-B5161D29B322}"/>
              </a:ext>
            </a:extLst>
          </p:cNvPr>
          <p:cNvSpPr txBox="1"/>
          <p:nvPr/>
        </p:nvSpPr>
        <p:spPr>
          <a:xfrm>
            <a:off x="30951604" y="6102170"/>
            <a:ext cx="2642903" cy="646331"/>
          </a:xfrm>
          <a:prstGeom prst="rect">
            <a:avLst/>
          </a:prstGeom>
          <a:noFill/>
        </p:spPr>
        <p:txBody>
          <a:bodyPr wrap="none" rtlCol="0">
            <a:spAutoFit/>
          </a:bodyPr>
          <a:lstStyle/>
          <a:p>
            <a:r>
              <a:rPr lang="en-US" sz="3600" dirty="0">
                <a:latin typeface="Avenir Next LT Pro" panose="020B0504020202020204" pitchFamily="34" charset="0"/>
              </a:rPr>
              <a:t>Data Period</a:t>
            </a:r>
          </a:p>
        </p:txBody>
      </p:sp>
      <p:sp>
        <p:nvSpPr>
          <p:cNvPr id="25" name="TextBox 24">
            <a:extLst>
              <a:ext uri="{FF2B5EF4-FFF2-40B4-BE49-F238E27FC236}">
                <a16:creationId xmlns:a16="http://schemas.microsoft.com/office/drawing/2014/main" id="{0BC2592E-94F0-E150-987D-47C6727C97C0}"/>
              </a:ext>
            </a:extLst>
          </p:cNvPr>
          <p:cNvSpPr txBox="1"/>
          <p:nvPr/>
        </p:nvSpPr>
        <p:spPr>
          <a:xfrm>
            <a:off x="36239593" y="6102170"/>
            <a:ext cx="3766287" cy="646331"/>
          </a:xfrm>
          <a:prstGeom prst="rect">
            <a:avLst/>
          </a:prstGeom>
          <a:noFill/>
        </p:spPr>
        <p:txBody>
          <a:bodyPr wrap="none" rtlCol="0">
            <a:spAutoFit/>
          </a:bodyPr>
          <a:lstStyle/>
          <a:p>
            <a:r>
              <a:rPr lang="en-US" sz="3600" dirty="0">
                <a:latin typeface="Avenir Next LT Pro" panose="020B0504020202020204" pitchFamily="34" charset="0"/>
              </a:rPr>
              <a:t>Projection Period</a:t>
            </a:r>
          </a:p>
        </p:txBody>
      </p:sp>
      <p:sp>
        <p:nvSpPr>
          <p:cNvPr id="26" name="Text Placeholder 260">
            <a:extLst>
              <a:ext uri="{FF2B5EF4-FFF2-40B4-BE49-F238E27FC236}">
                <a16:creationId xmlns:a16="http://schemas.microsoft.com/office/drawing/2014/main" id="{20B8A20B-326A-DC3E-D441-EC955DB80FAD}"/>
              </a:ext>
            </a:extLst>
          </p:cNvPr>
          <p:cNvSpPr txBox="1">
            <a:spLocks/>
          </p:cNvSpPr>
          <p:nvPr/>
        </p:nvSpPr>
        <p:spPr>
          <a:xfrm>
            <a:off x="29068471" y="28600232"/>
            <a:ext cx="12815577" cy="3671774"/>
          </a:xfrm>
          <a:prstGeom prst="rect">
            <a:avLst/>
          </a:prstGeom>
        </p:spPr>
        <p:txBody>
          <a:bodyPr wrap="square" lIns="91440" tIns="45720" rIns="91440" bIns="0">
            <a:spAutoFit/>
          </a:bodyPr>
          <a:lstStyle>
            <a:lvl1pPr marL="0" indent="0" algn="l" defTabSz="4388166" rtl="0" eaLnBrk="1" latinLnBrk="0" hangingPunct="1">
              <a:spcBef>
                <a:spcPct val="20000"/>
              </a:spcBef>
              <a:buFontTx/>
              <a:buNone/>
              <a:defRPr sz="2800" b="0" kern="1200" spc="198" baseline="0">
                <a:solidFill>
                  <a:schemeClr val="tx1"/>
                </a:solidFill>
                <a:latin typeface="Avenir Next LT Pro" panose="020B0504020202020204" pitchFamily="34" charset="0"/>
                <a:ea typeface="+mn-ea"/>
                <a:cs typeface="Arial" panose="020B0604020202020204" pitchFamily="34" charset="0"/>
              </a:defRPr>
            </a:lvl1pPr>
            <a:lvl2pPr marL="667227" indent="-248603" algn="l" defTabSz="4388166" rtl="0" eaLnBrk="1" latinLnBrk="0" hangingPunct="1">
              <a:spcBef>
                <a:spcPct val="20000"/>
              </a:spcBef>
              <a:buFont typeface="Arial" panose="020B0604020202020204" pitchFamily="34" charset="0"/>
              <a:buChar char="•"/>
              <a:defRPr sz="2800" b="0" kern="1200" spc="198" baseline="0">
                <a:solidFill>
                  <a:schemeClr val="tx1"/>
                </a:solidFill>
                <a:latin typeface="Avenir Next LT Pro" panose="020B0504020202020204" pitchFamily="34" charset="0"/>
                <a:ea typeface="+mn-ea"/>
                <a:cs typeface="Arial" panose="020B0604020202020204" pitchFamily="34" charset="0"/>
              </a:defRPr>
            </a:lvl2pPr>
            <a:lvl3pPr marL="1132999" indent="-201454" algn="l" defTabSz="4388166" rtl="0" eaLnBrk="1" latinLnBrk="0" hangingPunct="1">
              <a:spcBef>
                <a:spcPct val="20000"/>
              </a:spcBef>
              <a:buFont typeface="Arial" panose="020B0604020202020204" pitchFamily="34" charset="0"/>
              <a:buChar char="•"/>
              <a:defRPr sz="2800" b="0" kern="1200" spc="198" baseline="0">
                <a:solidFill>
                  <a:schemeClr val="tx1"/>
                </a:solidFill>
                <a:latin typeface="Avenir Next LT Pro" panose="020B0504020202020204" pitchFamily="34" charset="0"/>
                <a:ea typeface="+mn-ea"/>
                <a:cs typeface="Arial" panose="020B0604020202020204" pitchFamily="34" charset="0"/>
              </a:defRPr>
            </a:lvl3pPr>
            <a:lvl4pPr marL="1754505" indent="-311468" algn="l" defTabSz="4388166" rtl="0" eaLnBrk="1" latinLnBrk="0" hangingPunct="1">
              <a:spcBef>
                <a:spcPct val="20000"/>
              </a:spcBef>
              <a:buFont typeface="Arial" panose="020B0604020202020204" pitchFamily="34" charset="0"/>
              <a:buChar char="•"/>
              <a:defRPr sz="2400" b="0" kern="1200" spc="198" baseline="0">
                <a:solidFill>
                  <a:schemeClr val="tx1"/>
                </a:solidFill>
                <a:latin typeface="Avenir Next LT Pro" panose="020B0504020202020204" pitchFamily="34" charset="0"/>
                <a:ea typeface="+mn-ea"/>
                <a:cs typeface="Arial" panose="020B0604020202020204" pitchFamily="34" charset="0"/>
              </a:defRPr>
            </a:lvl4pPr>
            <a:lvl5pPr marL="2313147" indent="-285750" algn="l" defTabSz="4388166" rtl="0" eaLnBrk="1" latinLnBrk="0" hangingPunct="1">
              <a:spcBef>
                <a:spcPct val="20000"/>
              </a:spcBef>
              <a:buFont typeface="Arial" panose="020B0604020202020204" pitchFamily="34" charset="0"/>
              <a:buChar char="•"/>
              <a:defRPr sz="2400" b="0" kern="1200" spc="198" baseline="0">
                <a:solidFill>
                  <a:schemeClr val="tx1"/>
                </a:solidFill>
                <a:latin typeface="Avenir Next LT Pro" panose="020B0504020202020204" pitchFamily="34" charset="0"/>
                <a:ea typeface="+mn-ea"/>
                <a:cs typeface="Arial" panose="020B0604020202020204" pitchFamily="34" charset="0"/>
              </a:defRPr>
            </a:lvl5pPr>
            <a:lvl6pPr marL="12067458"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1540"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5624"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49706"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endParaRPr lang="en-US" sz="1400" dirty="0">
              <a:solidFill>
                <a:srgbClr val="000000"/>
              </a:solidFill>
              <a:highlight>
                <a:srgbClr val="FFFF00"/>
              </a:highlight>
              <a:latin typeface="Avenir Next LT Pro" panose="020B0504020202020204" pitchFamily="34" charset="77"/>
            </a:endParaRPr>
          </a:p>
          <a:p>
            <a:pPr marL="457200" indent="-457200">
              <a:buFont typeface="Arial" panose="020B0604020202020204" pitchFamily="34" charset="0"/>
              <a:buChar char="•"/>
            </a:pPr>
            <a:r>
              <a:rPr lang="en-US" sz="1400" dirty="0">
                <a:highlight>
                  <a:srgbClr val="FFFF00"/>
                </a:highlight>
              </a:rPr>
              <a:t>Carr‐Harris, A. (2022). Summer Flounder recreational demand model: Overview, data, and methods.</a:t>
            </a:r>
            <a:r>
              <a:rPr lang="en-US" sz="1400" dirty="0">
                <a:solidFill>
                  <a:srgbClr val="000000"/>
                </a:solidFill>
                <a:highlight>
                  <a:srgbClr val="FFFF00"/>
                </a:highlight>
                <a:latin typeface="Avenir Next LT Pro" panose="020B0504020202020204" pitchFamily="34" charset="77"/>
              </a:rPr>
              <a:t> </a:t>
            </a:r>
          </a:p>
          <a:p>
            <a:pPr marL="457200" indent="-457200">
              <a:buFont typeface="Arial" panose="020B0604020202020204" pitchFamily="34" charset="0"/>
              <a:buChar char="•"/>
            </a:pPr>
            <a:r>
              <a:rPr lang="en-US" sz="1400" dirty="0">
                <a:solidFill>
                  <a:srgbClr val="000000"/>
                </a:solidFill>
                <a:highlight>
                  <a:srgbClr val="FFFF00"/>
                </a:highlight>
                <a:latin typeface="Avenir Next LT Pro" panose="020B0504020202020204" pitchFamily="34" charset="77"/>
              </a:rPr>
              <a:t>Moore, C. M. (2022). EAFM Recreational Summer Flounder Management Strategy Evaluation. Mid-Atlantic Fishery Management Council </a:t>
            </a:r>
            <a:r>
              <a:rPr lang="en-US" sz="1400" dirty="0">
                <a:highlight>
                  <a:srgbClr val="FFFF00"/>
                </a:highlight>
                <a:latin typeface="Avenir Next LT Pro" panose="020B0504020202020204" pitchFamily="34" charset="77"/>
              </a:rPr>
              <a:t> </a:t>
            </a:r>
          </a:p>
          <a:p>
            <a:pPr marL="457200" indent="-457200">
              <a:buFont typeface="Arial" panose="020B0604020202020204" pitchFamily="34" charset="0"/>
              <a:buChar char="•"/>
            </a:pPr>
            <a:r>
              <a:rPr lang="en-US" sz="1400" dirty="0">
                <a:highlight>
                  <a:srgbClr val="FFFF00"/>
                </a:highlight>
                <a:latin typeface="Avenir Next LT Pro" panose="020B0504020202020204" pitchFamily="34" charset="77"/>
              </a:rPr>
              <a:t>Muffley, B., </a:t>
            </a:r>
            <a:r>
              <a:rPr lang="en-US" sz="1400" dirty="0" err="1">
                <a:highlight>
                  <a:srgbClr val="FFFF00"/>
                </a:highlight>
                <a:latin typeface="Avenir Next LT Pro" panose="020B0504020202020204" pitchFamily="34" charset="77"/>
              </a:rPr>
              <a:t>Gaichas</a:t>
            </a:r>
            <a:r>
              <a:rPr lang="en-US" sz="1400" dirty="0">
                <a:highlight>
                  <a:srgbClr val="FFFF00"/>
                </a:highlight>
                <a:latin typeface="Avenir Next LT Pro" panose="020B0504020202020204" pitchFamily="34" charset="77"/>
              </a:rPr>
              <a:t>, S., </a:t>
            </a:r>
            <a:r>
              <a:rPr lang="en-US" sz="1400" dirty="0" err="1">
                <a:highlight>
                  <a:srgbClr val="FFFF00"/>
                </a:highlight>
                <a:latin typeface="Avenir Next LT Pro" panose="020B0504020202020204" pitchFamily="34" charset="77"/>
              </a:rPr>
              <a:t>DePiper</a:t>
            </a:r>
            <a:r>
              <a:rPr lang="en-US" sz="1400" dirty="0">
                <a:highlight>
                  <a:srgbClr val="FFFF00"/>
                </a:highlight>
                <a:latin typeface="Avenir Next LT Pro" panose="020B0504020202020204" pitchFamily="34" charset="77"/>
              </a:rPr>
              <a:t>, G., Seagraves, R., &amp; Lucey, S. (2021). There is no I in EAFM adapting integrated ecosystem assessment for mid-</a:t>
            </a:r>
            <a:r>
              <a:rPr lang="en-US" sz="1400" dirty="0" err="1">
                <a:highlight>
                  <a:srgbClr val="FFFF00"/>
                </a:highlight>
                <a:latin typeface="Avenir Next LT Pro" panose="020B0504020202020204" pitchFamily="34" charset="77"/>
              </a:rPr>
              <a:t>atlantic</a:t>
            </a:r>
            <a:r>
              <a:rPr lang="en-US" sz="1400" dirty="0">
                <a:highlight>
                  <a:srgbClr val="FFFF00"/>
                </a:highlight>
                <a:latin typeface="Avenir Next LT Pro" panose="020B0504020202020204" pitchFamily="34" charset="77"/>
              </a:rPr>
              <a:t> fisheries management. </a:t>
            </a:r>
            <a:r>
              <a:rPr lang="en-US" sz="1400" i="1" dirty="0">
                <a:highlight>
                  <a:srgbClr val="FFFF00"/>
                </a:highlight>
                <a:latin typeface="Avenir Next LT Pro" panose="020B0504020202020204" pitchFamily="34" charset="77"/>
              </a:rPr>
              <a:t>Coastal management</a:t>
            </a:r>
            <a:r>
              <a:rPr lang="en-US" sz="1400" dirty="0">
                <a:highlight>
                  <a:srgbClr val="FFFF00"/>
                </a:highlight>
                <a:latin typeface="Avenir Next LT Pro" panose="020B0504020202020204" pitchFamily="34" charset="77"/>
              </a:rPr>
              <a:t>, </a:t>
            </a:r>
            <a:r>
              <a:rPr lang="en-US" sz="1400" i="1" dirty="0">
                <a:highlight>
                  <a:srgbClr val="FFFF00"/>
                </a:highlight>
                <a:latin typeface="Avenir Next LT Pro" panose="020B0504020202020204" pitchFamily="34" charset="77"/>
              </a:rPr>
              <a:t>49</a:t>
            </a:r>
            <a:r>
              <a:rPr lang="en-US" sz="1400" dirty="0">
                <a:highlight>
                  <a:srgbClr val="FFFF00"/>
                </a:highlight>
                <a:latin typeface="Avenir Next LT Pro" panose="020B0504020202020204" pitchFamily="34" charset="77"/>
              </a:rPr>
              <a:t>(1), 90-106.</a:t>
            </a:r>
          </a:p>
          <a:p>
            <a:pPr marL="457200" indent="-457200">
              <a:buFont typeface="Arial" panose="020B0604020202020204" pitchFamily="34" charset="0"/>
              <a:buChar char="•"/>
            </a:pPr>
            <a:r>
              <a:rPr lang="en-US" sz="1400" dirty="0">
                <a:highlight>
                  <a:srgbClr val="FFFF00"/>
                </a:highlight>
              </a:rPr>
              <a:t>Pedersen, E. J., Miller, D. L., Simpson, G. L., &amp; Ross, N. (2019). Hierarchical generalized additive models in ecology: an introduction with </a:t>
            </a:r>
            <a:r>
              <a:rPr lang="en-US" sz="1400" dirty="0" err="1">
                <a:highlight>
                  <a:srgbClr val="FFFF00"/>
                </a:highlight>
              </a:rPr>
              <a:t>mgcv</a:t>
            </a:r>
            <a:r>
              <a:rPr lang="en-US" sz="1400" dirty="0">
                <a:highlight>
                  <a:srgbClr val="FFFF00"/>
                </a:highlight>
              </a:rPr>
              <a:t>. </a:t>
            </a:r>
            <a:r>
              <a:rPr lang="en-US" sz="1400" i="1" dirty="0" err="1">
                <a:highlight>
                  <a:srgbClr val="FFFF00"/>
                </a:highlight>
              </a:rPr>
              <a:t>PeerJ</a:t>
            </a:r>
            <a:r>
              <a:rPr lang="en-US" sz="1400" dirty="0">
                <a:highlight>
                  <a:srgbClr val="FFFF00"/>
                </a:highlight>
              </a:rPr>
              <a:t>, </a:t>
            </a:r>
            <a:r>
              <a:rPr lang="en-US" sz="1400" i="1" dirty="0">
                <a:highlight>
                  <a:srgbClr val="FFFF00"/>
                </a:highlight>
              </a:rPr>
              <a:t>7</a:t>
            </a:r>
            <a:r>
              <a:rPr lang="en-US" sz="1400" dirty="0">
                <a:highlight>
                  <a:srgbClr val="FFFF00"/>
                </a:highlight>
              </a:rPr>
              <a:t>, e6876.</a:t>
            </a:r>
            <a:endParaRPr lang="en-US" sz="1400" dirty="0">
              <a:highlight>
                <a:srgbClr val="FFFF00"/>
              </a:highlight>
              <a:latin typeface="Avenir Next LT Pro" panose="020B0504020202020204" pitchFamily="34" charset="77"/>
            </a:endParaRPr>
          </a:p>
          <a:p>
            <a:pPr marL="457200" indent="-457200">
              <a:buFont typeface="Arial" panose="020B0604020202020204" pitchFamily="34" charset="0"/>
              <a:buChar char="•"/>
            </a:pPr>
            <a:r>
              <a:rPr lang="en-US" sz="1400" dirty="0">
                <a:highlight>
                  <a:srgbClr val="FFFF00"/>
                </a:highlight>
                <a:latin typeface="Avenir Next LT Pro" panose="020B0504020202020204" pitchFamily="34" charset="77"/>
              </a:rPr>
              <a:t>Punt, A. E., Butterworth, D. S., de Moor, C. L., De Oliveira, J. A., &amp; Haddon, M. (2016). Management strategy evaluation: best practices. </a:t>
            </a:r>
            <a:r>
              <a:rPr lang="en-US" sz="1400" i="1" dirty="0">
                <a:highlight>
                  <a:srgbClr val="FFFF00"/>
                </a:highlight>
                <a:latin typeface="Avenir Next LT Pro" panose="020B0504020202020204" pitchFamily="34" charset="77"/>
              </a:rPr>
              <a:t>Fish and fisheries</a:t>
            </a:r>
            <a:r>
              <a:rPr lang="en-US" sz="1400" dirty="0">
                <a:highlight>
                  <a:srgbClr val="FFFF00"/>
                </a:highlight>
                <a:latin typeface="Avenir Next LT Pro" panose="020B0504020202020204" pitchFamily="34" charset="77"/>
              </a:rPr>
              <a:t>, </a:t>
            </a:r>
            <a:r>
              <a:rPr lang="en-US" sz="1400" i="1" dirty="0">
                <a:highlight>
                  <a:srgbClr val="FFFF00"/>
                </a:highlight>
                <a:latin typeface="Avenir Next LT Pro" panose="020B0504020202020204" pitchFamily="34" charset="77"/>
              </a:rPr>
              <a:t>17</a:t>
            </a:r>
            <a:r>
              <a:rPr lang="en-US" sz="1400" dirty="0">
                <a:highlight>
                  <a:srgbClr val="FFFF00"/>
                </a:highlight>
                <a:latin typeface="Avenir Next LT Pro" panose="020B0504020202020204" pitchFamily="34" charset="77"/>
              </a:rPr>
              <a:t>(2), 303-334.</a:t>
            </a:r>
          </a:p>
          <a:p>
            <a:pPr marL="457200" indent="-457200">
              <a:buFont typeface="Arial" panose="020B0604020202020204" pitchFamily="34" charset="0"/>
              <a:buChar char="•"/>
            </a:pPr>
            <a:endParaRPr lang="en-US" sz="3400" dirty="0"/>
          </a:p>
          <a:p>
            <a:pPr marL="457200" indent="-457200">
              <a:buFont typeface="Arial" panose="020B0604020202020204" pitchFamily="34" charset="0"/>
              <a:buChar char="•"/>
            </a:pPr>
            <a:endParaRPr lang="en-US" sz="3400" dirty="0"/>
          </a:p>
        </p:txBody>
      </p:sp>
      <p:pic>
        <p:nvPicPr>
          <p:cNvPr id="1026" name="Picture 2" descr="Right-facing, right-eyed yellowtail flounder fish illustration. This flatfish has a reddish brown body with rusty red spots and yellow fins. Credit: NOAA Fisheries/Jack Hornady">
            <a:extLst>
              <a:ext uri="{FF2B5EF4-FFF2-40B4-BE49-F238E27FC236}">
                <a16:creationId xmlns:a16="http://schemas.microsoft.com/office/drawing/2014/main" id="{7DB3728C-3AB4-937A-5A08-62986E8C40F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063561" y="-538221"/>
            <a:ext cx="8585516" cy="5730832"/>
          </a:xfrm>
          <a:prstGeom prst="rect">
            <a:avLst/>
          </a:prstGeom>
          <a:noFill/>
          <a:extLst>
            <a:ext uri="{909E8E84-426E-40DD-AFC4-6F175D3DCCD1}">
              <a14:hiddenFill xmlns:a14="http://schemas.microsoft.com/office/drawing/2010/main">
                <a:solidFill>
                  <a:srgbClr val="FFFFFF"/>
                </a:solidFill>
              </a14:hiddenFill>
            </a:ext>
          </a:extLst>
        </p:spPr>
      </p:pic>
      <p:grpSp>
        <p:nvGrpSpPr>
          <p:cNvPr id="60" name="Group 59">
            <a:extLst>
              <a:ext uri="{FF2B5EF4-FFF2-40B4-BE49-F238E27FC236}">
                <a16:creationId xmlns:a16="http://schemas.microsoft.com/office/drawing/2014/main" id="{E4599962-B7D4-589C-2E18-B019EB305CA9}"/>
              </a:ext>
            </a:extLst>
          </p:cNvPr>
          <p:cNvGrpSpPr/>
          <p:nvPr/>
        </p:nvGrpSpPr>
        <p:grpSpPr>
          <a:xfrm>
            <a:off x="0" y="23277023"/>
            <a:ext cx="28200429" cy="8744585"/>
            <a:chOff x="450521" y="24773147"/>
            <a:chExt cx="22014124" cy="6095995"/>
          </a:xfrm>
        </p:grpSpPr>
        <p:sp>
          <p:nvSpPr>
            <p:cNvPr id="46" name="Rectangle 45">
              <a:extLst>
                <a:ext uri="{FF2B5EF4-FFF2-40B4-BE49-F238E27FC236}">
                  <a16:creationId xmlns:a16="http://schemas.microsoft.com/office/drawing/2014/main" id="{392B3269-EC23-5019-DE38-805D731F82F9}"/>
                </a:ext>
              </a:extLst>
            </p:cNvPr>
            <p:cNvSpPr/>
            <p:nvPr/>
          </p:nvSpPr>
          <p:spPr>
            <a:xfrm>
              <a:off x="772965" y="25332708"/>
              <a:ext cx="21369237" cy="4159736"/>
            </a:xfrm>
            <a:prstGeom prst="rect">
              <a:avLst/>
            </a:prstGeom>
            <a:solidFill>
              <a:schemeClr val="accent1">
                <a:lumMod val="40000"/>
                <a:lumOff val="60000"/>
              </a:schemeClr>
            </a:solidFill>
            <a:ln>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47" name="Diagram 46">
              <a:extLst>
                <a:ext uri="{FF2B5EF4-FFF2-40B4-BE49-F238E27FC236}">
                  <a16:creationId xmlns:a16="http://schemas.microsoft.com/office/drawing/2014/main" id="{D5ABEF07-BF31-FE4D-99C0-E3AEA298085E}"/>
                </a:ext>
              </a:extLst>
            </p:cNvPr>
            <p:cNvGraphicFramePr/>
            <p:nvPr>
              <p:extLst>
                <p:ext uri="{D42A27DB-BD31-4B8C-83A1-F6EECF244321}">
                  <p14:modId xmlns:p14="http://schemas.microsoft.com/office/powerpoint/2010/main" val="3586469831"/>
                </p:ext>
              </p:extLst>
            </p:nvPr>
          </p:nvGraphicFramePr>
          <p:xfrm>
            <a:off x="450521" y="24773147"/>
            <a:ext cx="21691680" cy="5595795"/>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cxnSp>
          <p:nvCxnSpPr>
            <p:cNvPr id="48" name="Straight Connector 47">
              <a:extLst>
                <a:ext uri="{FF2B5EF4-FFF2-40B4-BE49-F238E27FC236}">
                  <a16:creationId xmlns:a16="http://schemas.microsoft.com/office/drawing/2014/main" id="{10CF632B-19E6-42F9-0D1E-934976D6D29D}"/>
                </a:ext>
              </a:extLst>
            </p:cNvPr>
            <p:cNvCxnSpPr>
              <a:cxnSpLocks/>
            </p:cNvCxnSpPr>
            <p:nvPr/>
          </p:nvCxnSpPr>
          <p:spPr>
            <a:xfrm>
              <a:off x="5844127" y="26070427"/>
              <a:ext cx="0" cy="323710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50" name="Arrow: Right 49">
              <a:extLst>
                <a:ext uri="{FF2B5EF4-FFF2-40B4-BE49-F238E27FC236}">
                  <a16:creationId xmlns:a16="http://schemas.microsoft.com/office/drawing/2014/main" id="{9662C418-2A8C-2928-CD19-04EAE69A5CA1}"/>
                </a:ext>
              </a:extLst>
            </p:cNvPr>
            <p:cNvSpPr/>
            <p:nvPr/>
          </p:nvSpPr>
          <p:spPr>
            <a:xfrm>
              <a:off x="772965" y="29307525"/>
              <a:ext cx="21691680" cy="1561617"/>
            </a:xfrm>
            <a:prstGeom prst="rightArrow">
              <a:avLst/>
            </a:prstGeom>
            <a:solidFill>
              <a:schemeClr val="bg2">
                <a:lumMod val="25000"/>
              </a:schemeClr>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5100" dirty="0"/>
                <a:t>OM Projection</a:t>
              </a:r>
            </a:p>
          </p:txBody>
        </p:sp>
        <p:cxnSp>
          <p:nvCxnSpPr>
            <p:cNvPr id="53" name="Straight Connector 52">
              <a:extLst>
                <a:ext uri="{FF2B5EF4-FFF2-40B4-BE49-F238E27FC236}">
                  <a16:creationId xmlns:a16="http://schemas.microsoft.com/office/drawing/2014/main" id="{DEAF0888-FE5B-7AA1-E544-29A110F87912}"/>
                </a:ext>
              </a:extLst>
            </p:cNvPr>
            <p:cNvCxnSpPr>
              <a:cxnSpLocks/>
            </p:cNvCxnSpPr>
            <p:nvPr/>
          </p:nvCxnSpPr>
          <p:spPr>
            <a:xfrm>
              <a:off x="16836534" y="26070425"/>
              <a:ext cx="0" cy="323710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9D5FD4EF-5BAF-E0FD-CD5E-4E1866A9F53B}"/>
                </a:ext>
              </a:extLst>
            </p:cNvPr>
            <p:cNvCxnSpPr>
              <a:cxnSpLocks/>
            </p:cNvCxnSpPr>
            <p:nvPr/>
          </p:nvCxnSpPr>
          <p:spPr>
            <a:xfrm>
              <a:off x="11325673" y="26070425"/>
              <a:ext cx="0" cy="323710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55" name="TextBox 54">
              <a:extLst>
                <a:ext uri="{FF2B5EF4-FFF2-40B4-BE49-F238E27FC236}">
                  <a16:creationId xmlns:a16="http://schemas.microsoft.com/office/drawing/2014/main" id="{AD676246-EDAF-47D6-9095-1A5A69FF49AE}"/>
                </a:ext>
              </a:extLst>
            </p:cNvPr>
            <p:cNvSpPr txBox="1"/>
            <p:nvPr/>
          </p:nvSpPr>
          <p:spPr>
            <a:xfrm>
              <a:off x="9792479" y="25462198"/>
              <a:ext cx="4583306" cy="877163"/>
            </a:xfrm>
            <a:prstGeom prst="rect">
              <a:avLst/>
            </a:prstGeom>
            <a:noFill/>
          </p:spPr>
          <p:txBody>
            <a:bodyPr wrap="none" rtlCol="0">
              <a:spAutoFit/>
            </a:bodyPr>
            <a:lstStyle/>
            <a:p>
              <a:r>
                <a:rPr lang="en-US" sz="5100" dirty="0"/>
                <a:t>EM Projections</a:t>
              </a:r>
            </a:p>
          </p:txBody>
        </p:sp>
      </p:grpSp>
      <p:sp>
        <p:nvSpPr>
          <p:cNvPr id="2" name="Text Placeholder 248">
            <a:extLst>
              <a:ext uri="{FF2B5EF4-FFF2-40B4-BE49-F238E27FC236}">
                <a16:creationId xmlns:a16="http://schemas.microsoft.com/office/drawing/2014/main" id="{4480B8B0-429A-64D0-DADB-219B3E3B4170}"/>
              </a:ext>
            </a:extLst>
          </p:cNvPr>
          <p:cNvSpPr txBox="1">
            <a:spLocks/>
          </p:cNvSpPr>
          <p:nvPr/>
        </p:nvSpPr>
        <p:spPr>
          <a:xfrm>
            <a:off x="335632" y="14885095"/>
            <a:ext cx="13137237" cy="12049452"/>
          </a:xfrm>
          <a:prstGeom prst="rect">
            <a:avLst/>
          </a:prstGeom>
        </p:spPr>
        <p:txBody>
          <a:bodyPr wrap="square" lIns="91440" tIns="45720" rIns="91440" bIns="0">
            <a:spAutoFit/>
          </a:bodyPr>
          <a:lstStyle>
            <a:lvl1pPr marL="0" indent="0" algn="l" defTabSz="4388166" rtl="0" eaLnBrk="1" latinLnBrk="0" hangingPunct="1">
              <a:spcBef>
                <a:spcPct val="20000"/>
              </a:spcBef>
              <a:buFontTx/>
              <a:buNone/>
              <a:defRPr sz="2800" b="0" kern="1200" spc="198" baseline="0">
                <a:solidFill>
                  <a:schemeClr val="tx1"/>
                </a:solidFill>
                <a:latin typeface="Avenir Next LT Pro" panose="020B0504020202020204" pitchFamily="34" charset="0"/>
                <a:ea typeface="+mn-ea"/>
                <a:cs typeface="Arial" panose="020B0604020202020204" pitchFamily="34" charset="0"/>
              </a:defRPr>
            </a:lvl1pPr>
            <a:lvl2pPr marL="667227" indent="-248603" algn="l" defTabSz="4388166" rtl="0" eaLnBrk="1" latinLnBrk="0" hangingPunct="1">
              <a:spcBef>
                <a:spcPct val="20000"/>
              </a:spcBef>
              <a:buFont typeface="Arial" panose="020B0604020202020204" pitchFamily="34" charset="0"/>
              <a:buChar char="•"/>
              <a:defRPr sz="2800" b="0" kern="1200" spc="198" baseline="0">
                <a:solidFill>
                  <a:schemeClr val="tx1"/>
                </a:solidFill>
                <a:latin typeface="Avenir Next LT Pro" panose="020B0504020202020204" pitchFamily="34" charset="0"/>
                <a:ea typeface="+mn-ea"/>
                <a:cs typeface="Arial" panose="020B0604020202020204" pitchFamily="34" charset="0"/>
              </a:defRPr>
            </a:lvl2pPr>
            <a:lvl3pPr marL="1132999" indent="-201454" algn="l" defTabSz="4388166" rtl="0" eaLnBrk="1" latinLnBrk="0" hangingPunct="1">
              <a:spcBef>
                <a:spcPct val="20000"/>
              </a:spcBef>
              <a:buFont typeface="Arial" panose="020B0604020202020204" pitchFamily="34" charset="0"/>
              <a:buChar char="•"/>
              <a:defRPr sz="2800" b="0" kern="1200" spc="198" baseline="0">
                <a:solidFill>
                  <a:schemeClr val="tx1"/>
                </a:solidFill>
                <a:latin typeface="Avenir Next LT Pro" panose="020B0504020202020204" pitchFamily="34" charset="0"/>
                <a:ea typeface="+mn-ea"/>
                <a:cs typeface="Arial" panose="020B0604020202020204" pitchFamily="34" charset="0"/>
              </a:defRPr>
            </a:lvl3pPr>
            <a:lvl4pPr marL="1754505" indent="-311468" algn="l" defTabSz="4388166" rtl="0" eaLnBrk="1" latinLnBrk="0" hangingPunct="1">
              <a:spcBef>
                <a:spcPct val="20000"/>
              </a:spcBef>
              <a:buFont typeface="Arial" panose="020B0604020202020204" pitchFamily="34" charset="0"/>
              <a:buChar char="•"/>
              <a:defRPr sz="2400" b="0" kern="1200" spc="198" baseline="0">
                <a:solidFill>
                  <a:schemeClr val="tx1"/>
                </a:solidFill>
                <a:latin typeface="Avenir Next LT Pro" panose="020B0504020202020204" pitchFamily="34" charset="0"/>
                <a:ea typeface="+mn-ea"/>
                <a:cs typeface="Arial" panose="020B0604020202020204" pitchFamily="34" charset="0"/>
              </a:defRPr>
            </a:lvl4pPr>
            <a:lvl5pPr marL="2313147" indent="-285750" algn="l" defTabSz="4388166" rtl="0" eaLnBrk="1" latinLnBrk="0" hangingPunct="1">
              <a:spcBef>
                <a:spcPct val="20000"/>
              </a:spcBef>
              <a:buFont typeface="Arial" panose="020B0604020202020204" pitchFamily="34" charset="0"/>
              <a:buChar char="•"/>
              <a:defRPr sz="2400" b="0" kern="1200" spc="198" baseline="0">
                <a:solidFill>
                  <a:schemeClr val="tx1"/>
                </a:solidFill>
                <a:latin typeface="Avenir Next LT Pro" panose="020B0504020202020204" pitchFamily="34" charset="0"/>
                <a:ea typeface="+mn-ea"/>
                <a:cs typeface="Arial" panose="020B0604020202020204" pitchFamily="34" charset="0"/>
              </a:defRPr>
            </a:lvl5pPr>
            <a:lvl6pPr marL="12067458"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1540"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5624"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49706"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endParaRPr lang="en-US" sz="3600" b="1" dirty="0"/>
          </a:p>
          <a:p>
            <a:pPr marL="457200" indent="-457200">
              <a:buFont typeface="Arial" panose="020B0604020202020204" pitchFamily="34" charset="0"/>
              <a:buChar char="•"/>
            </a:pPr>
            <a:r>
              <a:rPr lang="en-US" sz="3600" b="1" dirty="0"/>
              <a:t>Operating Model (OM)</a:t>
            </a:r>
            <a:r>
              <a:rPr lang="en-US" sz="3600" dirty="0"/>
              <a:t> – “Fish Stock” Model. Simulates environmental conditions and fish stock dynamics under fishing pressures and management regimes used by the EM. </a:t>
            </a:r>
            <a:endParaRPr lang="en-US" sz="3600" b="1" dirty="0"/>
          </a:p>
          <a:p>
            <a:pPr marL="457200" indent="-457200">
              <a:buFont typeface="Arial" panose="020B0604020202020204" pitchFamily="34" charset="0"/>
              <a:buChar char="•"/>
            </a:pPr>
            <a:r>
              <a:rPr lang="en-US" sz="3600" b="1" dirty="0"/>
              <a:t>Estimation Model (EM)</a:t>
            </a:r>
            <a:r>
              <a:rPr lang="en-US" sz="3600" dirty="0"/>
              <a:t> – “Stock Assessment” Model. Estimates stock health based off information given by the OM. Alters catch based on perceived stock health, harvest control rules, and MSE decisions.</a:t>
            </a:r>
            <a:endParaRPr lang="en-US" sz="3600" b="1" dirty="0"/>
          </a:p>
          <a:p>
            <a:pPr marL="457200" indent="-457200">
              <a:buFont typeface="Arial" panose="020B0604020202020204" pitchFamily="34" charset="0"/>
              <a:buChar char="•"/>
            </a:pPr>
            <a:r>
              <a:rPr lang="en-US" sz="3600" b="1" dirty="0"/>
              <a:t>MSE</a:t>
            </a:r>
            <a:r>
              <a:rPr lang="en-US" sz="3600" dirty="0"/>
              <a:t> – “Management” Model. Compiles stock health metrics such as Catch, SSB, F, etc. and makes management recommendations. In this project, we are changing the MSE process such that at each MSE step, the most recent temperature data is incorporated into the assessment.</a:t>
            </a:r>
            <a:endParaRPr lang="en-US" sz="3000" dirty="0"/>
          </a:p>
          <a:p>
            <a:pPr marL="457200" indent="-457200">
              <a:buFont typeface="Arial" panose="020B0604020202020204" pitchFamily="34" charset="0"/>
              <a:buChar char="•"/>
            </a:pPr>
            <a:endParaRPr lang="en-US" sz="3000" dirty="0"/>
          </a:p>
          <a:p>
            <a:pPr marL="457200" indent="-457200">
              <a:buFont typeface="Arial" panose="020B0604020202020204" pitchFamily="34" charset="0"/>
              <a:buChar char="•"/>
            </a:pPr>
            <a:endParaRPr lang="en-US" sz="3000" dirty="0"/>
          </a:p>
          <a:p>
            <a:endParaRPr lang="en-US" sz="3000" dirty="0"/>
          </a:p>
          <a:p>
            <a:endParaRPr lang="en-US" sz="3000" dirty="0"/>
          </a:p>
          <a:p>
            <a:endParaRPr lang="en-US" sz="3400" dirty="0"/>
          </a:p>
          <a:p>
            <a:endParaRPr lang="en-US" dirty="0"/>
          </a:p>
        </p:txBody>
      </p:sp>
      <p:cxnSp>
        <p:nvCxnSpPr>
          <p:cNvPr id="5" name="Connector: Curved 4">
            <a:extLst>
              <a:ext uri="{FF2B5EF4-FFF2-40B4-BE49-F238E27FC236}">
                <a16:creationId xmlns:a16="http://schemas.microsoft.com/office/drawing/2014/main" id="{2BC0269A-845D-D684-D943-19A0D1B42045}"/>
              </a:ext>
            </a:extLst>
          </p:cNvPr>
          <p:cNvCxnSpPr>
            <a:cxnSpLocks/>
          </p:cNvCxnSpPr>
          <p:nvPr/>
        </p:nvCxnSpPr>
        <p:spPr>
          <a:xfrm flipV="1">
            <a:off x="503875" y="28002600"/>
            <a:ext cx="6812993" cy="3240304"/>
          </a:xfrm>
          <a:prstGeom prst="curvedConnector3">
            <a:avLst>
              <a:gd name="adj1" fmla="val 66472"/>
            </a:avLst>
          </a:prstGeom>
          <a:ln w="1270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Connector: Curved 17">
            <a:extLst>
              <a:ext uri="{FF2B5EF4-FFF2-40B4-BE49-F238E27FC236}">
                <a16:creationId xmlns:a16="http://schemas.microsoft.com/office/drawing/2014/main" id="{C720E019-387E-D95A-BFF2-DA84C90404BC}"/>
              </a:ext>
            </a:extLst>
          </p:cNvPr>
          <p:cNvCxnSpPr>
            <a:cxnSpLocks/>
          </p:cNvCxnSpPr>
          <p:nvPr/>
        </p:nvCxnSpPr>
        <p:spPr>
          <a:xfrm flipV="1">
            <a:off x="7552265" y="27985219"/>
            <a:ext cx="6812993" cy="3240304"/>
          </a:xfrm>
          <a:prstGeom prst="curvedConnector3">
            <a:avLst>
              <a:gd name="adj1" fmla="val 66472"/>
            </a:avLst>
          </a:prstGeom>
          <a:ln w="1270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nector: Curved 19">
            <a:extLst>
              <a:ext uri="{FF2B5EF4-FFF2-40B4-BE49-F238E27FC236}">
                <a16:creationId xmlns:a16="http://schemas.microsoft.com/office/drawing/2014/main" id="{43FAD376-40C9-B642-273A-2E4BA14A28DD}"/>
              </a:ext>
            </a:extLst>
          </p:cNvPr>
          <p:cNvCxnSpPr>
            <a:cxnSpLocks/>
          </p:cNvCxnSpPr>
          <p:nvPr/>
        </p:nvCxnSpPr>
        <p:spPr>
          <a:xfrm flipV="1">
            <a:off x="14488509" y="28068472"/>
            <a:ext cx="6812993" cy="3240304"/>
          </a:xfrm>
          <a:prstGeom prst="curvedConnector3">
            <a:avLst>
              <a:gd name="adj1" fmla="val 66472"/>
            </a:avLst>
          </a:prstGeom>
          <a:ln w="1270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 name="Text Placeholder 13">
            <a:extLst>
              <a:ext uri="{FF2B5EF4-FFF2-40B4-BE49-F238E27FC236}">
                <a16:creationId xmlns:a16="http://schemas.microsoft.com/office/drawing/2014/main" id="{F34AA3B3-0DDA-D9DD-00E7-0B2D10E159A3}"/>
              </a:ext>
            </a:extLst>
          </p:cNvPr>
          <p:cNvSpPr txBox="1">
            <a:spLocks/>
          </p:cNvSpPr>
          <p:nvPr/>
        </p:nvSpPr>
        <p:spPr>
          <a:xfrm>
            <a:off x="14428848" y="22625318"/>
            <a:ext cx="12481372" cy="600164"/>
          </a:xfrm>
          <a:prstGeom prst="rect">
            <a:avLst/>
          </a:prstGeom>
        </p:spPr>
        <p:txBody>
          <a:bodyPr wrap="square" lIns="91440" tIns="45720" rIns="91440" bIns="0">
            <a:spAutoFit/>
          </a:bodyPr>
          <a:lstStyle>
            <a:lvl1pPr marL="0" indent="0" algn="l" defTabSz="4388166" rtl="0" eaLnBrk="1" latinLnBrk="0" hangingPunct="1">
              <a:spcBef>
                <a:spcPct val="20000"/>
              </a:spcBef>
              <a:buFontTx/>
              <a:buNone/>
              <a:defRPr sz="2800" b="0" kern="1200" spc="198" baseline="0">
                <a:solidFill>
                  <a:schemeClr val="tx1"/>
                </a:solidFill>
                <a:latin typeface="Avenir Next LT Pro" panose="020B0504020202020204" pitchFamily="34" charset="0"/>
                <a:ea typeface="+mn-ea"/>
                <a:cs typeface="Arial" panose="020B0604020202020204" pitchFamily="34" charset="0"/>
              </a:defRPr>
            </a:lvl1pPr>
            <a:lvl2pPr marL="667227" indent="-248603" algn="l" defTabSz="4388166" rtl="0" eaLnBrk="1" latinLnBrk="0" hangingPunct="1">
              <a:spcBef>
                <a:spcPct val="20000"/>
              </a:spcBef>
              <a:buFont typeface="Arial" panose="020B0604020202020204" pitchFamily="34" charset="0"/>
              <a:buChar char="•"/>
              <a:defRPr sz="2800" b="0" kern="1200" spc="198" baseline="0">
                <a:solidFill>
                  <a:schemeClr val="tx1"/>
                </a:solidFill>
                <a:latin typeface="Avenir Next LT Pro" panose="020B0504020202020204" pitchFamily="34" charset="0"/>
                <a:ea typeface="+mn-ea"/>
                <a:cs typeface="Arial" panose="020B0604020202020204" pitchFamily="34" charset="0"/>
              </a:defRPr>
            </a:lvl2pPr>
            <a:lvl3pPr marL="1132999" indent="-201454" algn="l" defTabSz="4388166" rtl="0" eaLnBrk="1" latinLnBrk="0" hangingPunct="1">
              <a:spcBef>
                <a:spcPct val="20000"/>
              </a:spcBef>
              <a:buFont typeface="Arial" panose="020B0604020202020204" pitchFamily="34" charset="0"/>
              <a:buChar char="•"/>
              <a:defRPr sz="2800" b="0" kern="1200" spc="198" baseline="0">
                <a:solidFill>
                  <a:schemeClr val="tx1"/>
                </a:solidFill>
                <a:latin typeface="Avenir Next LT Pro" panose="020B0504020202020204" pitchFamily="34" charset="0"/>
                <a:ea typeface="+mn-ea"/>
                <a:cs typeface="Arial" panose="020B0604020202020204" pitchFamily="34" charset="0"/>
              </a:defRPr>
            </a:lvl3pPr>
            <a:lvl4pPr marL="1754505" indent="-311468" algn="l" defTabSz="4388166" rtl="0" eaLnBrk="1" latinLnBrk="0" hangingPunct="1">
              <a:spcBef>
                <a:spcPct val="20000"/>
              </a:spcBef>
              <a:buFont typeface="Arial" panose="020B0604020202020204" pitchFamily="34" charset="0"/>
              <a:buChar char="•"/>
              <a:defRPr sz="2400" b="0" kern="1200" spc="198" baseline="0">
                <a:solidFill>
                  <a:schemeClr val="tx1"/>
                </a:solidFill>
                <a:latin typeface="Avenir Next LT Pro" panose="020B0504020202020204" pitchFamily="34" charset="0"/>
                <a:ea typeface="+mn-ea"/>
                <a:cs typeface="Arial" panose="020B0604020202020204" pitchFamily="34" charset="0"/>
              </a:defRPr>
            </a:lvl4pPr>
            <a:lvl5pPr marL="2313147" indent="-285750" algn="l" defTabSz="4388166" rtl="0" eaLnBrk="1" latinLnBrk="0" hangingPunct="1">
              <a:spcBef>
                <a:spcPct val="20000"/>
              </a:spcBef>
              <a:buFont typeface="Arial" panose="020B0604020202020204" pitchFamily="34" charset="0"/>
              <a:buChar char="•"/>
              <a:defRPr sz="2400" b="0" kern="1200" spc="198" baseline="0">
                <a:solidFill>
                  <a:schemeClr val="tx1"/>
                </a:solidFill>
                <a:latin typeface="Avenir Next LT Pro" panose="020B0504020202020204" pitchFamily="34" charset="0"/>
                <a:ea typeface="+mn-ea"/>
                <a:cs typeface="Arial" panose="020B0604020202020204" pitchFamily="34" charset="0"/>
              </a:defRPr>
            </a:lvl5pPr>
            <a:lvl6pPr marL="12067458"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1540"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5624"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49706"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sz="3600" dirty="0"/>
              <a:t>Figure 1: Extent of Georges Bank stock </a:t>
            </a:r>
            <a:r>
              <a:rPr lang="en-US" sz="3600" dirty="0">
                <a:highlight>
                  <a:srgbClr val="FFFF00"/>
                </a:highlight>
              </a:rPr>
              <a:t>cite</a:t>
            </a:r>
          </a:p>
        </p:txBody>
      </p:sp>
      <p:sp>
        <p:nvSpPr>
          <p:cNvPr id="6" name="Text Placeholder 13">
            <a:extLst>
              <a:ext uri="{FF2B5EF4-FFF2-40B4-BE49-F238E27FC236}">
                <a16:creationId xmlns:a16="http://schemas.microsoft.com/office/drawing/2014/main" id="{F24D0BCB-00CD-B7AD-EB8D-C62DDE3FDE91}"/>
              </a:ext>
            </a:extLst>
          </p:cNvPr>
          <p:cNvSpPr txBox="1">
            <a:spLocks/>
          </p:cNvSpPr>
          <p:nvPr/>
        </p:nvSpPr>
        <p:spPr>
          <a:xfrm>
            <a:off x="27000395" y="16231280"/>
            <a:ext cx="15690771" cy="600164"/>
          </a:xfrm>
          <a:prstGeom prst="rect">
            <a:avLst/>
          </a:prstGeom>
        </p:spPr>
        <p:txBody>
          <a:bodyPr wrap="square" lIns="91440" tIns="45720" rIns="91440" bIns="0">
            <a:spAutoFit/>
          </a:bodyPr>
          <a:lstStyle>
            <a:lvl1pPr marL="0" indent="0" algn="l" defTabSz="4388166" rtl="0" eaLnBrk="1" latinLnBrk="0" hangingPunct="1">
              <a:spcBef>
                <a:spcPct val="20000"/>
              </a:spcBef>
              <a:buFontTx/>
              <a:buNone/>
              <a:defRPr sz="2800" b="0" kern="1200" spc="198" baseline="0">
                <a:solidFill>
                  <a:schemeClr val="tx1"/>
                </a:solidFill>
                <a:latin typeface="Avenir Next LT Pro" panose="020B0504020202020204" pitchFamily="34" charset="0"/>
                <a:ea typeface="+mn-ea"/>
                <a:cs typeface="Arial" panose="020B0604020202020204" pitchFamily="34" charset="0"/>
              </a:defRPr>
            </a:lvl1pPr>
            <a:lvl2pPr marL="667227" indent="-248603" algn="l" defTabSz="4388166" rtl="0" eaLnBrk="1" latinLnBrk="0" hangingPunct="1">
              <a:spcBef>
                <a:spcPct val="20000"/>
              </a:spcBef>
              <a:buFont typeface="Arial" panose="020B0604020202020204" pitchFamily="34" charset="0"/>
              <a:buChar char="•"/>
              <a:defRPr sz="2800" b="0" kern="1200" spc="198" baseline="0">
                <a:solidFill>
                  <a:schemeClr val="tx1"/>
                </a:solidFill>
                <a:latin typeface="Avenir Next LT Pro" panose="020B0504020202020204" pitchFamily="34" charset="0"/>
                <a:ea typeface="+mn-ea"/>
                <a:cs typeface="Arial" panose="020B0604020202020204" pitchFamily="34" charset="0"/>
              </a:defRPr>
            </a:lvl2pPr>
            <a:lvl3pPr marL="1132999" indent="-201454" algn="l" defTabSz="4388166" rtl="0" eaLnBrk="1" latinLnBrk="0" hangingPunct="1">
              <a:spcBef>
                <a:spcPct val="20000"/>
              </a:spcBef>
              <a:buFont typeface="Arial" panose="020B0604020202020204" pitchFamily="34" charset="0"/>
              <a:buChar char="•"/>
              <a:defRPr sz="2800" b="0" kern="1200" spc="198" baseline="0">
                <a:solidFill>
                  <a:schemeClr val="tx1"/>
                </a:solidFill>
                <a:latin typeface="Avenir Next LT Pro" panose="020B0504020202020204" pitchFamily="34" charset="0"/>
                <a:ea typeface="+mn-ea"/>
                <a:cs typeface="Arial" panose="020B0604020202020204" pitchFamily="34" charset="0"/>
              </a:defRPr>
            </a:lvl3pPr>
            <a:lvl4pPr marL="1754505" indent="-311468" algn="l" defTabSz="4388166" rtl="0" eaLnBrk="1" latinLnBrk="0" hangingPunct="1">
              <a:spcBef>
                <a:spcPct val="20000"/>
              </a:spcBef>
              <a:buFont typeface="Arial" panose="020B0604020202020204" pitchFamily="34" charset="0"/>
              <a:buChar char="•"/>
              <a:defRPr sz="2400" b="0" kern="1200" spc="198" baseline="0">
                <a:solidFill>
                  <a:schemeClr val="tx1"/>
                </a:solidFill>
                <a:latin typeface="Avenir Next LT Pro" panose="020B0504020202020204" pitchFamily="34" charset="0"/>
                <a:ea typeface="+mn-ea"/>
                <a:cs typeface="Arial" panose="020B0604020202020204" pitchFamily="34" charset="0"/>
              </a:defRPr>
            </a:lvl4pPr>
            <a:lvl5pPr marL="2313147" indent="-285750" algn="l" defTabSz="4388166" rtl="0" eaLnBrk="1" latinLnBrk="0" hangingPunct="1">
              <a:spcBef>
                <a:spcPct val="20000"/>
              </a:spcBef>
              <a:buFont typeface="Arial" panose="020B0604020202020204" pitchFamily="34" charset="0"/>
              <a:buChar char="•"/>
              <a:defRPr sz="2400" b="0" kern="1200" spc="198" baseline="0">
                <a:solidFill>
                  <a:schemeClr val="tx1"/>
                </a:solidFill>
                <a:latin typeface="Avenir Next LT Pro" panose="020B0504020202020204" pitchFamily="34" charset="0"/>
                <a:ea typeface="+mn-ea"/>
                <a:cs typeface="Arial" panose="020B0604020202020204" pitchFamily="34" charset="0"/>
              </a:defRPr>
            </a:lvl5pPr>
            <a:lvl6pPr marL="12067458"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1540"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5624"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49706"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sz="3600" dirty="0"/>
              <a:t>Figure 3: Temperature Projections that will be used in the analysis</a:t>
            </a:r>
          </a:p>
        </p:txBody>
      </p:sp>
    </p:spTree>
    <p:extLst>
      <p:ext uri="{BB962C8B-B14F-4D97-AF65-F5344CB8AC3E}">
        <p14:creationId xmlns:p14="http://schemas.microsoft.com/office/powerpoint/2010/main" val="3999314347"/>
      </p:ext>
    </p:extLst>
  </p:cSld>
  <p:clrMapOvr>
    <a:masterClrMapping/>
  </p:clrMapOvr>
</p:sld>
</file>

<file path=ppt/theme/theme1.xml><?xml version="1.0" encoding="utf-8"?>
<a:theme xmlns:a="http://schemas.openxmlformats.org/drawingml/2006/main" name="36&quot; x 48&quot;">
  <a:themeElements>
    <a:clrScheme name="Test pallette 2">
      <a:dk1>
        <a:srgbClr val="000000"/>
      </a:dk1>
      <a:lt1>
        <a:srgbClr val="FFFFFF"/>
      </a:lt1>
      <a:dk2>
        <a:srgbClr val="4E5B6F"/>
      </a:dk2>
      <a:lt2>
        <a:srgbClr val="D6ECFF"/>
      </a:lt2>
      <a:accent1>
        <a:srgbClr val="FCBF45"/>
      </a:accent1>
      <a:accent2>
        <a:srgbClr val="2197FF"/>
      </a:accent2>
      <a:accent3>
        <a:srgbClr val="687196"/>
      </a:accent3>
      <a:accent4>
        <a:srgbClr val="A27872"/>
      </a:accent4>
      <a:accent5>
        <a:srgbClr val="BCBCEE"/>
      </a:accent5>
      <a:accent6>
        <a:srgbClr val="00B0F0"/>
      </a:accent6>
      <a:hlink>
        <a:srgbClr val="00ADDC"/>
      </a:hlink>
      <a:folHlink>
        <a:srgbClr val="004B8D"/>
      </a:folHlink>
    </a:clrScheme>
    <a:fontScheme name="UMass Temp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standard-research-poster-template-36x48-final.potx" id="{122EDA18-0B03-48AE-8BB3-DA9D80D53827}" vid="{110A95A0-D310-43DC-A307-FE0A2BEB26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36" x 48"</Template>
  <TotalTime>4150</TotalTime>
  <Words>783</Words>
  <Application>Microsoft Office PowerPoint</Application>
  <PresentationFormat>Custom</PresentationFormat>
  <Paragraphs>60</Paragraphs>
  <Slides>1</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vt:i4>
      </vt:variant>
    </vt:vector>
  </HeadingPairs>
  <TitlesOfParts>
    <vt:vector size="10" baseType="lpstr">
      <vt:lpstr>Arial</vt:lpstr>
      <vt:lpstr>Avenir Next LT Pro</vt:lpstr>
      <vt:lpstr>Calibri</vt:lpstr>
      <vt:lpstr>Franklin Gothic Medium</vt:lpstr>
      <vt:lpstr>Frutiger LT Std 45 Light</vt:lpstr>
      <vt:lpstr>Frutiger LT Std 55 Roman</vt:lpstr>
      <vt:lpstr>Rockwell</vt:lpstr>
      <vt:lpstr>Trebuchet MS</vt:lpstr>
      <vt:lpstr>36" x 48"</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Kamran A Walsh</dc:creator>
  <cp:lastModifiedBy>Sophie Wulfing</cp:lastModifiedBy>
  <cp:revision>159</cp:revision>
  <dcterms:created xsi:type="dcterms:W3CDTF">2024-10-16T17:16:58Z</dcterms:created>
  <dcterms:modified xsi:type="dcterms:W3CDTF">2025-08-19T17:27:09Z</dcterms:modified>
</cp:coreProperties>
</file>