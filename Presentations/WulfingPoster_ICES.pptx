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43891200" cy="32918400"/>
  <p:notesSz cx="6858000" cy="9144000"/>
  <p:defaultTextStyle>
    <a:defPPr>
      <a:defRPr lang="en-US"/>
    </a:defPPr>
    <a:lvl1pPr marL="0" algn="l" defTabSz="4388166" rtl="0" eaLnBrk="1" latinLnBrk="0" hangingPunct="1">
      <a:defRPr sz="8600" kern="1200">
        <a:solidFill>
          <a:schemeClr val="tx1"/>
        </a:solidFill>
        <a:latin typeface="+mn-lt"/>
        <a:ea typeface="+mn-ea"/>
        <a:cs typeface="+mn-cs"/>
      </a:defRPr>
    </a:lvl1pPr>
    <a:lvl2pPr marL="2194085" algn="l" defTabSz="4388166" rtl="0" eaLnBrk="1" latinLnBrk="0" hangingPunct="1">
      <a:defRPr sz="8600" kern="1200">
        <a:solidFill>
          <a:schemeClr val="tx1"/>
        </a:solidFill>
        <a:latin typeface="+mn-lt"/>
        <a:ea typeface="+mn-ea"/>
        <a:cs typeface="+mn-cs"/>
      </a:defRPr>
    </a:lvl2pPr>
    <a:lvl3pPr marL="4388166" algn="l" defTabSz="4388166" rtl="0" eaLnBrk="1" latinLnBrk="0" hangingPunct="1">
      <a:defRPr sz="8600" kern="1200">
        <a:solidFill>
          <a:schemeClr val="tx1"/>
        </a:solidFill>
        <a:latin typeface="+mn-lt"/>
        <a:ea typeface="+mn-ea"/>
        <a:cs typeface="+mn-cs"/>
      </a:defRPr>
    </a:lvl3pPr>
    <a:lvl4pPr marL="6582250" algn="l" defTabSz="4388166" rtl="0" eaLnBrk="1" latinLnBrk="0" hangingPunct="1">
      <a:defRPr sz="8600" kern="1200">
        <a:solidFill>
          <a:schemeClr val="tx1"/>
        </a:solidFill>
        <a:latin typeface="+mn-lt"/>
        <a:ea typeface="+mn-ea"/>
        <a:cs typeface="+mn-cs"/>
      </a:defRPr>
    </a:lvl4pPr>
    <a:lvl5pPr marL="8776332" algn="l" defTabSz="4388166" rtl="0" eaLnBrk="1" latinLnBrk="0" hangingPunct="1">
      <a:defRPr sz="8600" kern="1200">
        <a:solidFill>
          <a:schemeClr val="tx1"/>
        </a:solidFill>
        <a:latin typeface="+mn-lt"/>
        <a:ea typeface="+mn-ea"/>
        <a:cs typeface="+mn-cs"/>
      </a:defRPr>
    </a:lvl5pPr>
    <a:lvl6pPr marL="10970417" algn="l" defTabSz="4388166" rtl="0" eaLnBrk="1" latinLnBrk="0" hangingPunct="1">
      <a:defRPr sz="8600" kern="1200">
        <a:solidFill>
          <a:schemeClr val="tx1"/>
        </a:solidFill>
        <a:latin typeface="+mn-lt"/>
        <a:ea typeface="+mn-ea"/>
        <a:cs typeface="+mn-cs"/>
      </a:defRPr>
    </a:lvl6pPr>
    <a:lvl7pPr marL="13164501" algn="l" defTabSz="4388166" rtl="0" eaLnBrk="1" latinLnBrk="0" hangingPunct="1">
      <a:defRPr sz="8600" kern="1200">
        <a:solidFill>
          <a:schemeClr val="tx1"/>
        </a:solidFill>
        <a:latin typeface="+mn-lt"/>
        <a:ea typeface="+mn-ea"/>
        <a:cs typeface="+mn-cs"/>
      </a:defRPr>
    </a:lvl7pPr>
    <a:lvl8pPr marL="15358582" algn="l" defTabSz="4388166" rtl="0" eaLnBrk="1" latinLnBrk="0" hangingPunct="1">
      <a:defRPr sz="8600" kern="1200">
        <a:solidFill>
          <a:schemeClr val="tx1"/>
        </a:solidFill>
        <a:latin typeface="+mn-lt"/>
        <a:ea typeface="+mn-ea"/>
        <a:cs typeface="+mn-cs"/>
      </a:defRPr>
    </a:lvl8pPr>
    <a:lvl9pPr marL="17552667" algn="l" defTabSz="4388166"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FB1"/>
    <a:srgbClr val="FEC24D"/>
    <a:srgbClr val="0D0D0D"/>
    <a:srgbClr val="003764"/>
    <a:srgbClr val="FFB915"/>
    <a:srgbClr val="004A8D"/>
    <a:srgbClr val="CDD2DE"/>
    <a:srgbClr val="FFFFFF"/>
    <a:srgbClr val="F3F5FA"/>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8934" autoAdjust="0"/>
    <p:restoredTop sz="94679" autoAdjust="0"/>
  </p:normalViewPr>
  <p:slideViewPr>
    <p:cSldViewPr snapToGrid="0" snapToObjects="1" showGuides="1">
      <p:cViewPr varScale="1">
        <p:scale>
          <a:sx n="17" d="100"/>
          <a:sy n="17" d="100"/>
        </p:scale>
        <p:origin x="156" y="69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8/20/2025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166" rtl="0" eaLnBrk="1" latinLnBrk="0" hangingPunct="1">
      <a:defRPr sz="5800" kern="1200">
        <a:solidFill>
          <a:schemeClr val="tx1"/>
        </a:solidFill>
        <a:latin typeface="+mn-lt"/>
        <a:ea typeface="+mn-ea"/>
        <a:cs typeface="+mn-cs"/>
      </a:defRPr>
    </a:lvl1pPr>
    <a:lvl2pPr marL="2194085" algn="l" defTabSz="4388166" rtl="0" eaLnBrk="1" latinLnBrk="0" hangingPunct="1">
      <a:defRPr sz="5800" kern="1200">
        <a:solidFill>
          <a:schemeClr val="tx1"/>
        </a:solidFill>
        <a:latin typeface="+mn-lt"/>
        <a:ea typeface="+mn-ea"/>
        <a:cs typeface="+mn-cs"/>
      </a:defRPr>
    </a:lvl2pPr>
    <a:lvl3pPr marL="4388166" algn="l" defTabSz="4388166" rtl="0" eaLnBrk="1" latinLnBrk="0" hangingPunct="1">
      <a:defRPr sz="5800" kern="1200">
        <a:solidFill>
          <a:schemeClr val="tx1"/>
        </a:solidFill>
        <a:latin typeface="+mn-lt"/>
        <a:ea typeface="+mn-ea"/>
        <a:cs typeface="+mn-cs"/>
      </a:defRPr>
    </a:lvl3pPr>
    <a:lvl4pPr marL="6582250" algn="l" defTabSz="4388166" rtl="0" eaLnBrk="1" latinLnBrk="0" hangingPunct="1">
      <a:defRPr sz="5800" kern="1200">
        <a:solidFill>
          <a:schemeClr val="tx1"/>
        </a:solidFill>
        <a:latin typeface="+mn-lt"/>
        <a:ea typeface="+mn-ea"/>
        <a:cs typeface="+mn-cs"/>
      </a:defRPr>
    </a:lvl4pPr>
    <a:lvl5pPr marL="8776332" algn="l" defTabSz="4388166" rtl="0" eaLnBrk="1" latinLnBrk="0" hangingPunct="1">
      <a:defRPr sz="5800" kern="1200">
        <a:solidFill>
          <a:schemeClr val="tx1"/>
        </a:solidFill>
        <a:latin typeface="+mn-lt"/>
        <a:ea typeface="+mn-ea"/>
        <a:cs typeface="+mn-cs"/>
      </a:defRPr>
    </a:lvl5pPr>
    <a:lvl6pPr marL="10970417" algn="l" defTabSz="4388166" rtl="0" eaLnBrk="1" latinLnBrk="0" hangingPunct="1">
      <a:defRPr sz="5800" kern="1200">
        <a:solidFill>
          <a:schemeClr val="tx1"/>
        </a:solidFill>
        <a:latin typeface="+mn-lt"/>
        <a:ea typeface="+mn-ea"/>
        <a:cs typeface="+mn-cs"/>
      </a:defRPr>
    </a:lvl6pPr>
    <a:lvl7pPr marL="13164501" algn="l" defTabSz="4388166" rtl="0" eaLnBrk="1" latinLnBrk="0" hangingPunct="1">
      <a:defRPr sz="5800" kern="1200">
        <a:solidFill>
          <a:schemeClr val="tx1"/>
        </a:solidFill>
        <a:latin typeface="+mn-lt"/>
        <a:ea typeface="+mn-ea"/>
        <a:cs typeface="+mn-cs"/>
      </a:defRPr>
    </a:lvl7pPr>
    <a:lvl8pPr marL="15358582" algn="l" defTabSz="4388166" rtl="0" eaLnBrk="1" latinLnBrk="0" hangingPunct="1">
      <a:defRPr sz="5800" kern="1200">
        <a:solidFill>
          <a:schemeClr val="tx1"/>
        </a:solidFill>
        <a:latin typeface="+mn-lt"/>
        <a:ea typeface="+mn-ea"/>
        <a:cs typeface="+mn-cs"/>
      </a:defRPr>
    </a:lvl8pPr>
    <a:lvl9pPr marL="17552667" algn="l" defTabSz="4388166"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31" name="Text Placeholder 5"/>
          <p:cNvSpPr>
            <a:spLocks noGrp="1"/>
          </p:cNvSpPr>
          <p:nvPr>
            <p:ph type="body" sz="quarter" idx="11" hasCustomPrompt="1"/>
          </p:nvPr>
        </p:nvSpPr>
        <p:spPr>
          <a:xfrm>
            <a:off x="916901" y="5494271"/>
            <a:ext cx="13446799"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INTRODUCTION OR ABSTRACT</a:t>
            </a:r>
          </a:p>
        </p:txBody>
      </p:sp>
      <p:sp>
        <p:nvSpPr>
          <p:cNvPr id="38" name="Text Placeholder 9"/>
          <p:cNvSpPr>
            <a:spLocks noGrp="1"/>
          </p:cNvSpPr>
          <p:nvPr>
            <p:ph type="body" sz="quarter" idx="157"/>
          </p:nvPr>
        </p:nvSpPr>
        <p:spPr>
          <a:xfrm>
            <a:off x="916901" y="6246906"/>
            <a:ext cx="1344703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5">
            <a:extLst>
              <a:ext uri="{FF2B5EF4-FFF2-40B4-BE49-F238E27FC236}">
                <a16:creationId xmlns:a16="http://schemas.microsoft.com/office/drawing/2014/main" id="{652737DD-B1A6-4D41-9C8D-9A93E090FAE3}"/>
              </a:ext>
            </a:extLst>
          </p:cNvPr>
          <p:cNvSpPr>
            <a:spLocks noGrp="1"/>
          </p:cNvSpPr>
          <p:nvPr>
            <p:ph type="body" sz="quarter" idx="165" hasCustomPrompt="1"/>
          </p:nvPr>
        </p:nvSpPr>
        <p:spPr>
          <a:xfrm>
            <a:off x="15222775" y="5494271"/>
            <a:ext cx="13478557"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MATERIALS AND METHODS</a:t>
            </a:r>
          </a:p>
        </p:txBody>
      </p:sp>
      <p:sp>
        <p:nvSpPr>
          <p:cNvPr id="30" name="Text Placeholder 9">
            <a:extLst>
              <a:ext uri="{FF2B5EF4-FFF2-40B4-BE49-F238E27FC236}">
                <a16:creationId xmlns:a16="http://schemas.microsoft.com/office/drawing/2014/main" id="{ECE2636A-B209-4444-AFAD-96BF1EF74A08}"/>
              </a:ext>
            </a:extLst>
          </p:cNvPr>
          <p:cNvSpPr>
            <a:spLocks noGrp="1"/>
          </p:cNvSpPr>
          <p:nvPr>
            <p:ph type="body" sz="quarter" idx="178"/>
          </p:nvPr>
        </p:nvSpPr>
        <p:spPr>
          <a:xfrm>
            <a:off x="15213932" y="6246906"/>
            <a:ext cx="13478796"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5">
            <a:extLst>
              <a:ext uri="{FF2B5EF4-FFF2-40B4-BE49-F238E27FC236}">
                <a16:creationId xmlns:a16="http://schemas.microsoft.com/office/drawing/2014/main" id="{908EB3C9-CB15-4087-A546-BD4985500B88}"/>
              </a:ext>
            </a:extLst>
          </p:cNvPr>
          <p:cNvSpPr>
            <a:spLocks noGrp="1"/>
          </p:cNvSpPr>
          <p:nvPr>
            <p:ph type="body" sz="quarter" idx="187" hasCustomPrompt="1"/>
          </p:nvPr>
        </p:nvSpPr>
        <p:spPr>
          <a:xfrm>
            <a:off x="930193" y="14210586"/>
            <a:ext cx="13433269"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OBJECTIVES</a:t>
            </a:r>
          </a:p>
        </p:txBody>
      </p:sp>
      <p:sp>
        <p:nvSpPr>
          <p:cNvPr id="52" name="Text Placeholder 9">
            <a:extLst>
              <a:ext uri="{FF2B5EF4-FFF2-40B4-BE49-F238E27FC236}">
                <a16:creationId xmlns:a16="http://schemas.microsoft.com/office/drawing/2014/main" id="{9FDA0773-1FE0-4728-A1F5-C436776EAB42}"/>
              </a:ext>
            </a:extLst>
          </p:cNvPr>
          <p:cNvSpPr>
            <a:spLocks noGrp="1"/>
          </p:cNvSpPr>
          <p:nvPr>
            <p:ph type="body" sz="quarter" idx="188"/>
          </p:nvPr>
        </p:nvSpPr>
        <p:spPr>
          <a:xfrm>
            <a:off x="930193" y="14963221"/>
            <a:ext cx="1343350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5">
            <a:extLst>
              <a:ext uri="{FF2B5EF4-FFF2-40B4-BE49-F238E27FC236}">
                <a16:creationId xmlns:a16="http://schemas.microsoft.com/office/drawing/2014/main" id="{F110AEC8-93C7-4A0C-BC30-682880E5F086}"/>
              </a:ext>
            </a:extLst>
          </p:cNvPr>
          <p:cNvSpPr>
            <a:spLocks noGrp="1"/>
          </p:cNvSpPr>
          <p:nvPr>
            <p:ph type="body" sz="quarter" idx="189" hasCustomPrompt="1"/>
          </p:nvPr>
        </p:nvSpPr>
        <p:spPr>
          <a:xfrm>
            <a:off x="15222514" y="19623929"/>
            <a:ext cx="13478557"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results</a:t>
            </a:r>
          </a:p>
        </p:txBody>
      </p:sp>
      <p:sp>
        <p:nvSpPr>
          <p:cNvPr id="62" name="Text Placeholder 9">
            <a:extLst>
              <a:ext uri="{FF2B5EF4-FFF2-40B4-BE49-F238E27FC236}">
                <a16:creationId xmlns:a16="http://schemas.microsoft.com/office/drawing/2014/main" id="{F9CD33FB-B993-493F-95FC-70AF51B4F9C9}"/>
              </a:ext>
            </a:extLst>
          </p:cNvPr>
          <p:cNvSpPr>
            <a:spLocks noGrp="1"/>
          </p:cNvSpPr>
          <p:nvPr>
            <p:ph type="body" sz="quarter" idx="190"/>
          </p:nvPr>
        </p:nvSpPr>
        <p:spPr>
          <a:xfrm>
            <a:off x="15222514" y="20376564"/>
            <a:ext cx="13478796"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3" name="Text Placeholder 5">
            <a:extLst>
              <a:ext uri="{FF2B5EF4-FFF2-40B4-BE49-F238E27FC236}">
                <a16:creationId xmlns:a16="http://schemas.microsoft.com/office/drawing/2014/main" id="{E8E00E69-0E96-4B46-A1B9-16881A33D210}"/>
              </a:ext>
            </a:extLst>
          </p:cNvPr>
          <p:cNvSpPr>
            <a:spLocks noGrp="1"/>
          </p:cNvSpPr>
          <p:nvPr>
            <p:ph type="body" sz="quarter" idx="191" hasCustomPrompt="1"/>
          </p:nvPr>
        </p:nvSpPr>
        <p:spPr>
          <a:xfrm>
            <a:off x="29550248" y="5507710"/>
            <a:ext cx="13422458"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conclusion</a:t>
            </a:r>
          </a:p>
        </p:txBody>
      </p:sp>
      <p:sp>
        <p:nvSpPr>
          <p:cNvPr id="64" name="Text Placeholder 9">
            <a:extLst>
              <a:ext uri="{FF2B5EF4-FFF2-40B4-BE49-F238E27FC236}">
                <a16:creationId xmlns:a16="http://schemas.microsoft.com/office/drawing/2014/main" id="{BAAAC21B-7F2B-487F-BEC4-58C38C568670}"/>
              </a:ext>
            </a:extLst>
          </p:cNvPr>
          <p:cNvSpPr>
            <a:spLocks noGrp="1"/>
          </p:cNvSpPr>
          <p:nvPr>
            <p:ph type="body" sz="quarter" idx="192"/>
          </p:nvPr>
        </p:nvSpPr>
        <p:spPr>
          <a:xfrm>
            <a:off x="29541404" y="6260345"/>
            <a:ext cx="13422696"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5" name="Text Placeholder 5">
            <a:extLst>
              <a:ext uri="{FF2B5EF4-FFF2-40B4-BE49-F238E27FC236}">
                <a16:creationId xmlns:a16="http://schemas.microsoft.com/office/drawing/2014/main" id="{59B0C7A5-E0E3-4314-B563-0B9357C3E2A8}"/>
              </a:ext>
            </a:extLst>
          </p:cNvPr>
          <p:cNvSpPr>
            <a:spLocks noGrp="1"/>
          </p:cNvSpPr>
          <p:nvPr>
            <p:ph type="body" sz="quarter" idx="193" hasCustomPrompt="1"/>
          </p:nvPr>
        </p:nvSpPr>
        <p:spPr>
          <a:xfrm>
            <a:off x="29538883" y="15021431"/>
            <a:ext cx="13437679"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references</a:t>
            </a:r>
          </a:p>
        </p:txBody>
      </p:sp>
      <p:sp>
        <p:nvSpPr>
          <p:cNvPr id="66" name="Text Placeholder 9">
            <a:extLst>
              <a:ext uri="{FF2B5EF4-FFF2-40B4-BE49-F238E27FC236}">
                <a16:creationId xmlns:a16="http://schemas.microsoft.com/office/drawing/2014/main" id="{6F3E59AB-F20F-47AC-AE57-D7859FE9C715}"/>
              </a:ext>
            </a:extLst>
          </p:cNvPr>
          <p:cNvSpPr>
            <a:spLocks noGrp="1"/>
          </p:cNvSpPr>
          <p:nvPr>
            <p:ph type="body" sz="quarter" idx="194"/>
          </p:nvPr>
        </p:nvSpPr>
        <p:spPr>
          <a:xfrm>
            <a:off x="29538883" y="15774066"/>
            <a:ext cx="1343791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7" name="Text Placeholder 5">
            <a:extLst>
              <a:ext uri="{FF2B5EF4-FFF2-40B4-BE49-F238E27FC236}">
                <a16:creationId xmlns:a16="http://schemas.microsoft.com/office/drawing/2014/main" id="{3FCD37EB-E20C-46EF-8FE5-377116585725}"/>
              </a:ext>
            </a:extLst>
          </p:cNvPr>
          <p:cNvSpPr>
            <a:spLocks noGrp="1"/>
          </p:cNvSpPr>
          <p:nvPr>
            <p:ph type="body" sz="quarter" idx="195" hasCustomPrompt="1"/>
          </p:nvPr>
        </p:nvSpPr>
        <p:spPr>
          <a:xfrm>
            <a:off x="29554104" y="25654614"/>
            <a:ext cx="13431302"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acknowledgements or contact</a:t>
            </a:r>
          </a:p>
        </p:txBody>
      </p:sp>
      <p:sp>
        <p:nvSpPr>
          <p:cNvPr id="68" name="Text Placeholder 9">
            <a:extLst>
              <a:ext uri="{FF2B5EF4-FFF2-40B4-BE49-F238E27FC236}">
                <a16:creationId xmlns:a16="http://schemas.microsoft.com/office/drawing/2014/main" id="{DF8FBFED-FDDB-4795-A4FF-DC86974B5758}"/>
              </a:ext>
            </a:extLst>
          </p:cNvPr>
          <p:cNvSpPr>
            <a:spLocks noGrp="1"/>
          </p:cNvSpPr>
          <p:nvPr>
            <p:ph type="body" sz="quarter" idx="196"/>
          </p:nvPr>
        </p:nvSpPr>
        <p:spPr>
          <a:xfrm>
            <a:off x="29554104" y="26407249"/>
            <a:ext cx="13422696"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9" name="Text Placeholder 7">
            <a:extLst>
              <a:ext uri="{FF2B5EF4-FFF2-40B4-BE49-F238E27FC236}">
                <a16:creationId xmlns:a16="http://schemas.microsoft.com/office/drawing/2014/main" id="{BFACF34B-4E8E-442C-A33E-57FD0FF8433A}"/>
              </a:ext>
            </a:extLst>
          </p:cNvPr>
          <p:cNvSpPr>
            <a:spLocks noGrp="1"/>
          </p:cNvSpPr>
          <p:nvPr>
            <p:ph type="body" sz="quarter" idx="183" hasCustomPrompt="1"/>
          </p:nvPr>
        </p:nvSpPr>
        <p:spPr>
          <a:xfrm>
            <a:off x="957489" y="294368"/>
            <a:ext cx="31993568" cy="2317750"/>
          </a:xfrm>
          <a:prstGeom prst="rect">
            <a:avLst/>
          </a:prstGeom>
        </p:spPr>
        <p:txBody>
          <a:bodyPr>
            <a:normAutofit/>
          </a:bodyPr>
          <a:lstStyle>
            <a:lvl1pPr marL="0" indent="0">
              <a:buFontTx/>
              <a:buNone/>
              <a:defRPr sz="8000" cap="all" baseline="0">
                <a:solidFill>
                  <a:schemeClr val="bg1"/>
                </a:solidFill>
                <a:latin typeface="Franklin Gothic Medium" panose="020B0603020102020204" pitchFamily="34" charset="0"/>
              </a:defRPr>
            </a:lvl1pPr>
          </a:lstStyle>
          <a:p>
            <a:pPr lvl="0"/>
            <a:r>
              <a:rPr lang="en-US" dirty="0"/>
              <a:t>CLICK HERE TO ADD TITLE: ADJUST TEXT BOX POSITIONING IF ONLY USING ONE LINE</a:t>
            </a:r>
          </a:p>
        </p:txBody>
      </p:sp>
      <p:sp>
        <p:nvSpPr>
          <p:cNvPr id="70" name="Text Placeholder 7">
            <a:extLst>
              <a:ext uri="{FF2B5EF4-FFF2-40B4-BE49-F238E27FC236}">
                <a16:creationId xmlns:a16="http://schemas.microsoft.com/office/drawing/2014/main" id="{3C31251A-CD58-4857-8E51-6BB5A936D6BA}"/>
              </a:ext>
            </a:extLst>
          </p:cNvPr>
          <p:cNvSpPr>
            <a:spLocks noGrp="1"/>
          </p:cNvSpPr>
          <p:nvPr>
            <p:ph type="body" sz="quarter" idx="184" hasCustomPrompt="1"/>
          </p:nvPr>
        </p:nvSpPr>
        <p:spPr>
          <a:xfrm>
            <a:off x="957489" y="2764791"/>
            <a:ext cx="31993568" cy="1937838"/>
          </a:xfrm>
          <a:prstGeom prst="rect">
            <a:avLst/>
          </a:prstGeom>
        </p:spPr>
        <p:txBody>
          <a:bodyPr>
            <a:normAutofit/>
          </a:bodyPr>
          <a:lstStyle>
            <a:lvl1pPr marL="0" indent="0">
              <a:buFontTx/>
              <a:buNone/>
              <a:defRPr sz="5400">
                <a:solidFill>
                  <a:srgbClr val="FEC24D"/>
                </a:solidFill>
                <a:latin typeface="Rockwell" panose="02060603020205020403" pitchFamily="18" charset="0"/>
              </a:defRPr>
            </a:lvl1pPr>
          </a:lstStyle>
          <a:p>
            <a:pPr lvl="0"/>
            <a:r>
              <a:rPr lang="en-US" dirty="0"/>
              <a:t>Click here to add Authors &amp; Affiliations: Adjust text box positioning if only using one line</a:t>
            </a:r>
          </a:p>
        </p:txBody>
      </p:sp>
    </p:spTree>
  </p:cSld>
  <p:clrMapOvr>
    <a:masterClrMapping/>
  </p:clrMapOvr>
  <p:extLst>
    <p:ext uri="{DCECCB84-F9BA-43D5-87BE-67443E8EF086}">
      <p15:sldGuideLst xmlns:p15="http://schemas.microsoft.com/office/powerpoint/2012/main">
        <p15:guide id="1" pos="4800" userDrawn="1">
          <p15:clr>
            <a:srgbClr val="FDE53C"/>
          </p15:clr>
        </p15:guide>
        <p15:guide id="3" pos="9120" userDrawn="1">
          <p15:clr>
            <a:srgbClr val="F26B43"/>
          </p15:clr>
        </p15:guide>
        <p15:guide id="4" pos="18600" userDrawn="1">
          <p15:clr>
            <a:srgbClr val="F26B43"/>
          </p15:clr>
        </p15:guide>
        <p15:guide id="5" pos="9576" userDrawn="1">
          <p15:clr>
            <a:srgbClr val="F26B43"/>
          </p15:clr>
        </p15:guide>
        <p15:guide id="6" pos="18120" userDrawn="1">
          <p15:clr>
            <a:srgbClr val="F26B43"/>
          </p15:clr>
        </p15:guide>
        <p15:guide id="8" orient="horz" pos="3456" userDrawn="1">
          <p15:clr>
            <a:srgbClr val="F26B43"/>
          </p15:clr>
        </p15:guide>
        <p15:guide id="10" pos="22824" userDrawn="1">
          <p15:clr>
            <a:srgbClr val="FDE53C"/>
          </p15:clr>
        </p15:guide>
        <p15:guide id="11" pos="13824" userDrawn="1">
          <p15:clr>
            <a:srgbClr val="FDE53C"/>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 Column Wide">
    <p:spTree>
      <p:nvGrpSpPr>
        <p:cNvPr id="1" name=""/>
        <p:cNvGrpSpPr/>
        <p:nvPr/>
      </p:nvGrpSpPr>
      <p:grpSpPr>
        <a:xfrm>
          <a:off x="0" y="0"/>
          <a:ext cx="0" cy="0"/>
          <a:chOff x="0" y="0"/>
          <a:chExt cx="0" cy="0"/>
        </a:xfrm>
      </p:grpSpPr>
      <p:sp>
        <p:nvSpPr>
          <p:cNvPr id="31" name="Text Placeholder 5"/>
          <p:cNvSpPr>
            <a:spLocks noGrp="1"/>
          </p:cNvSpPr>
          <p:nvPr>
            <p:ph type="body" sz="quarter" idx="11" hasCustomPrompt="1"/>
          </p:nvPr>
        </p:nvSpPr>
        <p:spPr>
          <a:xfrm>
            <a:off x="916901" y="5494271"/>
            <a:ext cx="10970105"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INTRODUCTION OR ABSTRACT</a:t>
            </a:r>
          </a:p>
        </p:txBody>
      </p:sp>
      <p:sp>
        <p:nvSpPr>
          <p:cNvPr id="38" name="Text Placeholder 9"/>
          <p:cNvSpPr>
            <a:spLocks noGrp="1"/>
          </p:cNvSpPr>
          <p:nvPr>
            <p:ph type="body" sz="quarter" idx="157"/>
          </p:nvPr>
        </p:nvSpPr>
        <p:spPr>
          <a:xfrm>
            <a:off x="916901" y="6246906"/>
            <a:ext cx="10970299"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5">
            <a:extLst>
              <a:ext uri="{FF2B5EF4-FFF2-40B4-BE49-F238E27FC236}">
                <a16:creationId xmlns:a16="http://schemas.microsoft.com/office/drawing/2014/main" id="{652737DD-B1A6-4D41-9C8D-9A93E090FAE3}"/>
              </a:ext>
            </a:extLst>
          </p:cNvPr>
          <p:cNvSpPr>
            <a:spLocks noGrp="1"/>
          </p:cNvSpPr>
          <p:nvPr>
            <p:ph type="body" sz="quarter" idx="165" hasCustomPrompt="1"/>
          </p:nvPr>
        </p:nvSpPr>
        <p:spPr>
          <a:xfrm>
            <a:off x="12543743" y="5494271"/>
            <a:ext cx="18812557"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MATERIALS AND METHODS</a:t>
            </a:r>
          </a:p>
        </p:txBody>
      </p:sp>
      <p:sp>
        <p:nvSpPr>
          <p:cNvPr id="30" name="Text Placeholder 9">
            <a:extLst>
              <a:ext uri="{FF2B5EF4-FFF2-40B4-BE49-F238E27FC236}">
                <a16:creationId xmlns:a16="http://schemas.microsoft.com/office/drawing/2014/main" id="{ECE2636A-B209-4444-AFAD-96BF1EF74A08}"/>
              </a:ext>
            </a:extLst>
          </p:cNvPr>
          <p:cNvSpPr>
            <a:spLocks noGrp="1"/>
          </p:cNvSpPr>
          <p:nvPr>
            <p:ph type="body" sz="quarter" idx="178"/>
          </p:nvPr>
        </p:nvSpPr>
        <p:spPr>
          <a:xfrm>
            <a:off x="12534900" y="6246906"/>
            <a:ext cx="188214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5">
            <a:extLst>
              <a:ext uri="{FF2B5EF4-FFF2-40B4-BE49-F238E27FC236}">
                <a16:creationId xmlns:a16="http://schemas.microsoft.com/office/drawing/2014/main" id="{908EB3C9-CB15-4087-A546-BD4985500B88}"/>
              </a:ext>
            </a:extLst>
          </p:cNvPr>
          <p:cNvSpPr>
            <a:spLocks noGrp="1"/>
          </p:cNvSpPr>
          <p:nvPr>
            <p:ph type="body" sz="quarter" idx="187" hasCustomPrompt="1"/>
          </p:nvPr>
        </p:nvSpPr>
        <p:spPr>
          <a:xfrm>
            <a:off x="930193" y="18977598"/>
            <a:ext cx="10956813"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OBJECTIVES</a:t>
            </a:r>
          </a:p>
        </p:txBody>
      </p:sp>
      <p:sp>
        <p:nvSpPr>
          <p:cNvPr id="52" name="Text Placeholder 9">
            <a:extLst>
              <a:ext uri="{FF2B5EF4-FFF2-40B4-BE49-F238E27FC236}">
                <a16:creationId xmlns:a16="http://schemas.microsoft.com/office/drawing/2014/main" id="{9FDA0773-1FE0-4728-A1F5-C436776EAB42}"/>
              </a:ext>
            </a:extLst>
          </p:cNvPr>
          <p:cNvSpPr>
            <a:spLocks noGrp="1"/>
          </p:cNvSpPr>
          <p:nvPr>
            <p:ph type="body" sz="quarter" idx="188"/>
          </p:nvPr>
        </p:nvSpPr>
        <p:spPr>
          <a:xfrm>
            <a:off x="930193" y="19730233"/>
            <a:ext cx="1095700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5">
            <a:extLst>
              <a:ext uri="{FF2B5EF4-FFF2-40B4-BE49-F238E27FC236}">
                <a16:creationId xmlns:a16="http://schemas.microsoft.com/office/drawing/2014/main" id="{F110AEC8-93C7-4A0C-BC30-682880E5F086}"/>
              </a:ext>
            </a:extLst>
          </p:cNvPr>
          <p:cNvSpPr>
            <a:spLocks noGrp="1"/>
          </p:cNvSpPr>
          <p:nvPr>
            <p:ph type="body" sz="quarter" idx="189" hasCustomPrompt="1"/>
          </p:nvPr>
        </p:nvSpPr>
        <p:spPr>
          <a:xfrm>
            <a:off x="12552586" y="18977598"/>
            <a:ext cx="18803714"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results</a:t>
            </a:r>
          </a:p>
        </p:txBody>
      </p:sp>
      <p:sp>
        <p:nvSpPr>
          <p:cNvPr id="62" name="Text Placeholder 9">
            <a:extLst>
              <a:ext uri="{FF2B5EF4-FFF2-40B4-BE49-F238E27FC236}">
                <a16:creationId xmlns:a16="http://schemas.microsoft.com/office/drawing/2014/main" id="{F9CD33FB-B993-493F-95FC-70AF51B4F9C9}"/>
              </a:ext>
            </a:extLst>
          </p:cNvPr>
          <p:cNvSpPr>
            <a:spLocks noGrp="1"/>
          </p:cNvSpPr>
          <p:nvPr>
            <p:ph type="body" sz="quarter" idx="190"/>
          </p:nvPr>
        </p:nvSpPr>
        <p:spPr>
          <a:xfrm>
            <a:off x="12543742" y="19730233"/>
            <a:ext cx="1881255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3" name="Text Placeholder 5">
            <a:extLst>
              <a:ext uri="{FF2B5EF4-FFF2-40B4-BE49-F238E27FC236}">
                <a16:creationId xmlns:a16="http://schemas.microsoft.com/office/drawing/2014/main" id="{E8E00E69-0E96-4B46-A1B9-16881A33D210}"/>
              </a:ext>
            </a:extLst>
          </p:cNvPr>
          <p:cNvSpPr>
            <a:spLocks noGrp="1"/>
          </p:cNvSpPr>
          <p:nvPr>
            <p:ph type="body" sz="quarter" idx="191" hasCustomPrompt="1"/>
          </p:nvPr>
        </p:nvSpPr>
        <p:spPr>
          <a:xfrm>
            <a:off x="32003998" y="5507710"/>
            <a:ext cx="10961305"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conclusion</a:t>
            </a:r>
          </a:p>
        </p:txBody>
      </p:sp>
      <p:sp>
        <p:nvSpPr>
          <p:cNvPr id="64" name="Text Placeholder 9">
            <a:extLst>
              <a:ext uri="{FF2B5EF4-FFF2-40B4-BE49-F238E27FC236}">
                <a16:creationId xmlns:a16="http://schemas.microsoft.com/office/drawing/2014/main" id="{BAAAC21B-7F2B-487F-BEC4-58C38C568670}"/>
              </a:ext>
            </a:extLst>
          </p:cNvPr>
          <p:cNvSpPr>
            <a:spLocks noGrp="1"/>
          </p:cNvSpPr>
          <p:nvPr>
            <p:ph type="body" sz="quarter" idx="192"/>
          </p:nvPr>
        </p:nvSpPr>
        <p:spPr>
          <a:xfrm>
            <a:off x="32004000" y="6260345"/>
            <a:ext cx="109654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5" name="Text Placeholder 5">
            <a:extLst>
              <a:ext uri="{FF2B5EF4-FFF2-40B4-BE49-F238E27FC236}">
                <a16:creationId xmlns:a16="http://schemas.microsoft.com/office/drawing/2014/main" id="{59B0C7A5-E0E3-4314-B563-0B9357C3E2A8}"/>
              </a:ext>
            </a:extLst>
          </p:cNvPr>
          <p:cNvSpPr>
            <a:spLocks noGrp="1"/>
          </p:cNvSpPr>
          <p:nvPr>
            <p:ph type="body" sz="quarter" idx="193" hasCustomPrompt="1"/>
          </p:nvPr>
        </p:nvSpPr>
        <p:spPr>
          <a:xfrm>
            <a:off x="32003999" y="15021431"/>
            <a:ext cx="10970148"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references</a:t>
            </a:r>
          </a:p>
        </p:txBody>
      </p:sp>
      <p:sp>
        <p:nvSpPr>
          <p:cNvPr id="66" name="Text Placeholder 9">
            <a:extLst>
              <a:ext uri="{FF2B5EF4-FFF2-40B4-BE49-F238E27FC236}">
                <a16:creationId xmlns:a16="http://schemas.microsoft.com/office/drawing/2014/main" id="{6F3E59AB-F20F-47AC-AE57-D7859FE9C715}"/>
              </a:ext>
            </a:extLst>
          </p:cNvPr>
          <p:cNvSpPr>
            <a:spLocks noGrp="1"/>
          </p:cNvSpPr>
          <p:nvPr>
            <p:ph type="body" sz="quarter" idx="194"/>
          </p:nvPr>
        </p:nvSpPr>
        <p:spPr>
          <a:xfrm>
            <a:off x="32003999" y="15774066"/>
            <a:ext cx="10974243"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7" name="Text Placeholder 5">
            <a:extLst>
              <a:ext uri="{FF2B5EF4-FFF2-40B4-BE49-F238E27FC236}">
                <a16:creationId xmlns:a16="http://schemas.microsoft.com/office/drawing/2014/main" id="{3FCD37EB-E20C-46EF-8FE5-377116585725}"/>
              </a:ext>
            </a:extLst>
          </p:cNvPr>
          <p:cNvSpPr>
            <a:spLocks noGrp="1"/>
          </p:cNvSpPr>
          <p:nvPr>
            <p:ph type="body" sz="quarter" idx="195" hasCustomPrompt="1"/>
          </p:nvPr>
        </p:nvSpPr>
        <p:spPr>
          <a:xfrm>
            <a:off x="32004000" y="25654614"/>
            <a:ext cx="10974004"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acknowledgements or contact</a:t>
            </a:r>
          </a:p>
        </p:txBody>
      </p:sp>
      <p:sp>
        <p:nvSpPr>
          <p:cNvPr id="68" name="Text Placeholder 9">
            <a:extLst>
              <a:ext uri="{FF2B5EF4-FFF2-40B4-BE49-F238E27FC236}">
                <a16:creationId xmlns:a16="http://schemas.microsoft.com/office/drawing/2014/main" id="{DF8FBFED-FDDB-4795-A4FF-DC86974B5758}"/>
              </a:ext>
            </a:extLst>
          </p:cNvPr>
          <p:cNvSpPr>
            <a:spLocks noGrp="1"/>
          </p:cNvSpPr>
          <p:nvPr>
            <p:ph type="body" sz="quarter" idx="196"/>
          </p:nvPr>
        </p:nvSpPr>
        <p:spPr>
          <a:xfrm>
            <a:off x="32004000" y="26407249"/>
            <a:ext cx="109781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7">
            <a:extLst>
              <a:ext uri="{FF2B5EF4-FFF2-40B4-BE49-F238E27FC236}">
                <a16:creationId xmlns:a16="http://schemas.microsoft.com/office/drawing/2014/main" id="{C592AD3B-7A54-4176-9B89-DAF7C8CDE26F}"/>
              </a:ext>
            </a:extLst>
          </p:cNvPr>
          <p:cNvSpPr>
            <a:spLocks noGrp="1"/>
          </p:cNvSpPr>
          <p:nvPr>
            <p:ph type="body" sz="quarter" idx="183" hasCustomPrompt="1"/>
          </p:nvPr>
        </p:nvSpPr>
        <p:spPr>
          <a:xfrm>
            <a:off x="957489" y="294368"/>
            <a:ext cx="31993568" cy="2317750"/>
          </a:xfrm>
          <a:prstGeom prst="rect">
            <a:avLst/>
          </a:prstGeom>
        </p:spPr>
        <p:txBody>
          <a:bodyPr>
            <a:normAutofit/>
          </a:bodyPr>
          <a:lstStyle>
            <a:lvl1pPr marL="0" indent="0">
              <a:buFontTx/>
              <a:buNone/>
              <a:defRPr sz="8000" cap="all" baseline="0">
                <a:solidFill>
                  <a:schemeClr val="bg1"/>
                </a:solidFill>
                <a:latin typeface="Franklin Gothic Medium" panose="020B0603020102020204" pitchFamily="34" charset="0"/>
              </a:defRPr>
            </a:lvl1pPr>
          </a:lstStyle>
          <a:p>
            <a:pPr lvl="0"/>
            <a:r>
              <a:rPr lang="en-US" dirty="0"/>
              <a:t>CLICK HERE TO ADD TITLE: ADJUST TEXT BOX POSITIONING IF ONLY USING ONE LINE</a:t>
            </a:r>
          </a:p>
        </p:txBody>
      </p:sp>
      <p:sp>
        <p:nvSpPr>
          <p:cNvPr id="19" name="Text Placeholder 7">
            <a:extLst>
              <a:ext uri="{FF2B5EF4-FFF2-40B4-BE49-F238E27FC236}">
                <a16:creationId xmlns:a16="http://schemas.microsoft.com/office/drawing/2014/main" id="{F53351EE-43CF-4BED-88D8-C1463456F399}"/>
              </a:ext>
            </a:extLst>
          </p:cNvPr>
          <p:cNvSpPr>
            <a:spLocks noGrp="1"/>
          </p:cNvSpPr>
          <p:nvPr>
            <p:ph type="body" sz="quarter" idx="184" hasCustomPrompt="1"/>
          </p:nvPr>
        </p:nvSpPr>
        <p:spPr>
          <a:xfrm>
            <a:off x="957489" y="2764791"/>
            <a:ext cx="31993568" cy="1937838"/>
          </a:xfrm>
          <a:prstGeom prst="rect">
            <a:avLst/>
          </a:prstGeom>
        </p:spPr>
        <p:txBody>
          <a:bodyPr>
            <a:normAutofit/>
          </a:bodyPr>
          <a:lstStyle>
            <a:lvl1pPr marL="0" indent="0">
              <a:buFontTx/>
              <a:buNone/>
              <a:defRPr sz="5400">
                <a:solidFill>
                  <a:srgbClr val="FEC24D"/>
                </a:solidFill>
                <a:latin typeface="Rockwell" panose="02060603020205020403" pitchFamily="18" charset="0"/>
              </a:defRPr>
            </a:lvl1pPr>
          </a:lstStyle>
          <a:p>
            <a:pPr lvl="0"/>
            <a:r>
              <a:rPr lang="en-US" dirty="0"/>
              <a:t>Click here to add Authors &amp; Affiliations: Adjust text box positioning if only using one line</a:t>
            </a:r>
          </a:p>
        </p:txBody>
      </p:sp>
    </p:spTree>
    <p:extLst>
      <p:ext uri="{BB962C8B-B14F-4D97-AF65-F5344CB8AC3E}">
        <p14:creationId xmlns:p14="http://schemas.microsoft.com/office/powerpoint/2010/main" val="1589026171"/>
      </p:ext>
    </p:extLst>
  </p:cSld>
  <p:clrMapOvr>
    <a:masterClrMapping/>
  </p:clrMapOvr>
  <p:extLst>
    <p:ext uri="{DCECCB84-F9BA-43D5-87BE-67443E8EF086}">
      <p15:sldGuideLst xmlns:p15="http://schemas.microsoft.com/office/powerpoint/2012/main">
        <p15:guide id="1" pos="4032" userDrawn="1">
          <p15:clr>
            <a:srgbClr val="FDE53C"/>
          </p15:clr>
        </p15:guide>
        <p15:guide id="3" pos="7488" userDrawn="1">
          <p15:clr>
            <a:srgbClr val="F26B43"/>
          </p15:clr>
        </p15:guide>
        <p15:guide id="4" pos="20160" userDrawn="1">
          <p15:clr>
            <a:srgbClr val="F26B43"/>
          </p15:clr>
        </p15:guide>
        <p15:guide id="5" pos="7896" userDrawn="1">
          <p15:clr>
            <a:srgbClr val="F26B43"/>
          </p15:clr>
        </p15:guide>
        <p15:guide id="6" pos="19752" userDrawn="1">
          <p15:clr>
            <a:srgbClr val="F26B43"/>
          </p15:clr>
        </p15:guide>
        <p15:guide id="8" orient="horz" pos="3456" userDrawn="1">
          <p15:clr>
            <a:srgbClr val="F26B43"/>
          </p15:clr>
        </p15:guide>
        <p15:guide id="10" pos="23616" userDrawn="1">
          <p15:clr>
            <a:srgbClr val="FDE53C"/>
          </p15:clr>
        </p15:guide>
        <p15:guide id="11" pos="13824" userDrawn="1">
          <p15:clr>
            <a:srgbClr val="FDE53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31" name="Text Placeholder 5"/>
          <p:cNvSpPr>
            <a:spLocks noGrp="1"/>
          </p:cNvSpPr>
          <p:nvPr>
            <p:ph type="body" sz="quarter" idx="11" hasCustomPrompt="1"/>
          </p:nvPr>
        </p:nvSpPr>
        <p:spPr>
          <a:xfrm>
            <a:off x="916902" y="5494271"/>
            <a:ext cx="10017622"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INTRODUCTION OR ABSTRACT</a:t>
            </a:r>
          </a:p>
        </p:txBody>
      </p:sp>
      <p:sp>
        <p:nvSpPr>
          <p:cNvPr id="38" name="Text Placeholder 9"/>
          <p:cNvSpPr>
            <a:spLocks noGrp="1"/>
          </p:cNvSpPr>
          <p:nvPr>
            <p:ph type="body" sz="quarter" idx="157"/>
          </p:nvPr>
        </p:nvSpPr>
        <p:spPr>
          <a:xfrm>
            <a:off x="916901" y="6246906"/>
            <a:ext cx="10017799"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5">
            <a:extLst>
              <a:ext uri="{FF2B5EF4-FFF2-40B4-BE49-F238E27FC236}">
                <a16:creationId xmlns:a16="http://schemas.microsoft.com/office/drawing/2014/main" id="{652737DD-B1A6-4D41-9C8D-9A93E090FAE3}"/>
              </a:ext>
            </a:extLst>
          </p:cNvPr>
          <p:cNvSpPr>
            <a:spLocks noGrp="1"/>
          </p:cNvSpPr>
          <p:nvPr>
            <p:ph type="body" sz="quarter" idx="165" hasCustomPrompt="1"/>
          </p:nvPr>
        </p:nvSpPr>
        <p:spPr>
          <a:xfrm>
            <a:off x="11591244" y="5494271"/>
            <a:ext cx="10015592"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MATERIALS AND METHODS</a:t>
            </a:r>
          </a:p>
        </p:txBody>
      </p:sp>
      <p:sp>
        <p:nvSpPr>
          <p:cNvPr id="30" name="Text Placeholder 9">
            <a:extLst>
              <a:ext uri="{FF2B5EF4-FFF2-40B4-BE49-F238E27FC236}">
                <a16:creationId xmlns:a16="http://schemas.microsoft.com/office/drawing/2014/main" id="{ECE2636A-B209-4444-AFAD-96BF1EF74A08}"/>
              </a:ext>
            </a:extLst>
          </p:cNvPr>
          <p:cNvSpPr>
            <a:spLocks noGrp="1"/>
          </p:cNvSpPr>
          <p:nvPr>
            <p:ph type="body" sz="quarter" idx="178"/>
          </p:nvPr>
        </p:nvSpPr>
        <p:spPr>
          <a:xfrm>
            <a:off x="11582400" y="6246906"/>
            <a:ext cx="100203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5">
            <a:extLst>
              <a:ext uri="{FF2B5EF4-FFF2-40B4-BE49-F238E27FC236}">
                <a16:creationId xmlns:a16="http://schemas.microsoft.com/office/drawing/2014/main" id="{908EB3C9-CB15-4087-A546-BD4985500B88}"/>
              </a:ext>
            </a:extLst>
          </p:cNvPr>
          <p:cNvSpPr>
            <a:spLocks noGrp="1"/>
          </p:cNvSpPr>
          <p:nvPr>
            <p:ph type="body" sz="quarter" idx="187" hasCustomPrompt="1"/>
          </p:nvPr>
        </p:nvSpPr>
        <p:spPr>
          <a:xfrm>
            <a:off x="930194" y="18977598"/>
            <a:ext cx="10004330"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OBJECTIVES</a:t>
            </a:r>
          </a:p>
        </p:txBody>
      </p:sp>
      <p:sp>
        <p:nvSpPr>
          <p:cNvPr id="52" name="Text Placeholder 9">
            <a:extLst>
              <a:ext uri="{FF2B5EF4-FFF2-40B4-BE49-F238E27FC236}">
                <a16:creationId xmlns:a16="http://schemas.microsoft.com/office/drawing/2014/main" id="{9FDA0773-1FE0-4728-A1F5-C436776EAB42}"/>
              </a:ext>
            </a:extLst>
          </p:cNvPr>
          <p:cNvSpPr>
            <a:spLocks noGrp="1"/>
          </p:cNvSpPr>
          <p:nvPr>
            <p:ph type="body" sz="quarter" idx="188"/>
          </p:nvPr>
        </p:nvSpPr>
        <p:spPr>
          <a:xfrm>
            <a:off x="930193" y="19730233"/>
            <a:ext cx="10004507"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5">
            <a:extLst>
              <a:ext uri="{FF2B5EF4-FFF2-40B4-BE49-F238E27FC236}">
                <a16:creationId xmlns:a16="http://schemas.microsoft.com/office/drawing/2014/main" id="{F110AEC8-93C7-4A0C-BC30-682880E5F086}"/>
              </a:ext>
            </a:extLst>
          </p:cNvPr>
          <p:cNvSpPr>
            <a:spLocks noGrp="1"/>
          </p:cNvSpPr>
          <p:nvPr>
            <p:ph type="body" sz="quarter" idx="189" hasCustomPrompt="1"/>
          </p:nvPr>
        </p:nvSpPr>
        <p:spPr>
          <a:xfrm>
            <a:off x="22297344" y="5507710"/>
            <a:ext cx="10015590"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results</a:t>
            </a:r>
          </a:p>
        </p:txBody>
      </p:sp>
      <p:sp>
        <p:nvSpPr>
          <p:cNvPr id="62" name="Text Placeholder 9">
            <a:extLst>
              <a:ext uri="{FF2B5EF4-FFF2-40B4-BE49-F238E27FC236}">
                <a16:creationId xmlns:a16="http://schemas.microsoft.com/office/drawing/2014/main" id="{F9CD33FB-B993-493F-95FC-70AF51B4F9C9}"/>
              </a:ext>
            </a:extLst>
          </p:cNvPr>
          <p:cNvSpPr>
            <a:spLocks noGrp="1"/>
          </p:cNvSpPr>
          <p:nvPr>
            <p:ph type="body" sz="quarter" idx="190"/>
          </p:nvPr>
        </p:nvSpPr>
        <p:spPr>
          <a:xfrm>
            <a:off x="22288501" y="6260345"/>
            <a:ext cx="100203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3" name="Text Placeholder 5">
            <a:extLst>
              <a:ext uri="{FF2B5EF4-FFF2-40B4-BE49-F238E27FC236}">
                <a16:creationId xmlns:a16="http://schemas.microsoft.com/office/drawing/2014/main" id="{E8E00E69-0E96-4B46-A1B9-16881A33D210}"/>
              </a:ext>
            </a:extLst>
          </p:cNvPr>
          <p:cNvSpPr>
            <a:spLocks noGrp="1"/>
          </p:cNvSpPr>
          <p:nvPr>
            <p:ph type="body" sz="quarter" idx="191" hasCustomPrompt="1"/>
          </p:nvPr>
        </p:nvSpPr>
        <p:spPr>
          <a:xfrm>
            <a:off x="32956142" y="5507710"/>
            <a:ext cx="10009161"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conclusion</a:t>
            </a:r>
          </a:p>
        </p:txBody>
      </p:sp>
      <p:sp>
        <p:nvSpPr>
          <p:cNvPr id="64" name="Text Placeholder 9">
            <a:extLst>
              <a:ext uri="{FF2B5EF4-FFF2-40B4-BE49-F238E27FC236}">
                <a16:creationId xmlns:a16="http://schemas.microsoft.com/office/drawing/2014/main" id="{BAAAC21B-7F2B-487F-BEC4-58C38C568670}"/>
              </a:ext>
            </a:extLst>
          </p:cNvPr>
          <p:cNvSpPr>
            <a:spLocks noGrp="1"/>
          </p:cNvSpPr>
          <p:nvPr>
            <p:ph type="body" sz="quarter" idx="192"/>
          </p:nvPr>
        </p:nvSpPr>
        <p:spPr>
          <a:xfrm>
            <a:off x="32956500" y="6260345"/>
            <a:ext cx="10012900"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5" name="Text Placeholder 5">
            <a:extLst>
              <a:ext uri="{FF2B5EF4-FFF2-40B4-BE49-F238E27FC236}">
                <a16:creationId xmlns:a16="http://schemas.microsoft.com/office/drawing/2014/main" id="{59B0C7A5-E0E3-4314-B563-0B9357C3E2A8}"/>
              </a:ext>
            </a:extLst>
          </p:cNvPr>
          <p:cNvSpPr>
            <a:spLocks noGrp="1"/>
          </p:cNvSpPr>
          <p:nvPr>
            <p:ph type="body" sz="quarter" idx="193" hasCustomPrompt="1"/>
          </p:nvPr>
        </p:nvSpPr>
        <p:spPr>
          <a:xfrm>
            <a:off x="32956145" y="15021431"/>
            <a:ext cx="10018002"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references</a:t>
            </a:r>
          </a:p>
        </p:txBody>
      </p:sp>
      <p:sp>
        <p:nvSpPr>
          <p:cNvPr id="66" name="Text Placeholder 9">
            <a:extLst>
              <a:ext uri="{FF2B5EF4-FFF2-40B4-BE49-F238E27FC236}">
                <a16:creationId xmlns:a16="http://schemas.microsoft.com/office/drawing/2014/main" id="{6F3E59AB-F20F-47AC-AE57-D7859FE9C715}"/>
              </a:ext>
            </a:extLst>
          </p:cNvPr>
          <p:cNvSpPr>
            <a:spLocks noGrp="1"/>
          </p:cNvSpPr>
          <p:nvPr>
            <p:ph type="body" sz="quarter" idx="194"/>
          </p:nvPr>
        </p:nvSpPr>
        <p:spPr>
          <a:xfrm>
            <a:off x="32956500" y="15774066"/>
            <a:ext cx="10021742"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7" name="Text Placeholder 5">
            <a:extLst>
              <a:ext uri="{FF2B5EF4-FFF2-40B4-BE49-F238E27FC236}">
                <a16:creationId xmlns:a16="http://schemas.microsoft.com/office/drawing/2014/main" id="{3FCD37EB-E20C-46EF-8FE5-377116585725}"/>
              </a:ext>
            </a:extLst>
          </p:cNvPr>
          <p:cNvSpPr>
            <a:spLocks noGrp="1"/>
          </p:cNvSpPr>
          <p:nvPr>
            <p:ph type="body" sz="quarter" idx="195" hasCustomPrompt="1"/>
          </p:nvPr>
        </p:nvSpPr>
        <p:spPr>
          <a:xfrm>
            <a:off x="32955786" y="25654614"/>
            <a:ext cx="10022217" cy="646331"/>
          </a:xfrm>
          <a:prstGeom prst="rect">
            <a:avLst/>
          </a:prstGeom>
          <a:noFill/>
        </p:spPr>
        <p:txBody>
          <a:bodyPr wrap="square" lIns="91421" tIns="45720" rIns="91421" bIns="45720" anchor="ctr" anchorCtr="0">
            <a:spAutoFit/>
          </a:bodyPr>
          <a:lstStyle>
            <a:lvl1pPr marL="0" indent="0" algn="l">
              <a:buNone/>
              <a:defRPr sz="3600" b="0" u="none" cap="all" baseline="0">
                <a:solidFill>
                  <a:srgbClr val="004A8D"/>
                </a:solidFill>
                <a:latin typeface="Franklin Gothic Medium" panose="020B0603020102020204" pitchFamily="34" charset="0"/>
              </a:defRPr>
            </a:lvl1pPr>
          </a:lstStyle>
          <a:p>
            <a:pPr lvl="0"/>
            <a:r>
              <a:rPr lang="en-US" dirty="0"/>
              <a:t>(CLICK TO EDIT) acknowledgements</a:t>
            </a:r>
          </a:p>
        </p:txBody>
      </p:sp>
      <p:sp>
        <p:nvSpPr>
          <p:cNvPr id="68" name="Text Placeholder 9">
            <a:extLst>
              <a:ext uri="{FF2B5EF4-FFF2-40B4-BE49-F238E27FC236}">
                <a16:creationId xmlns:a16="http://schemas.microsoft.com/office/drawing/2014/main" id="{DF8FBFED-FDDB-4795-A4FF-DC86974B5758}"/>
              </a:ext>
            </a:extLst>
          </p:cNvPr>
          <p:cNvSpPr>
            <a:spLocks noGrp="1"/>
          </p:cNvSpPr>
          <p:nvPr>
            <p:ph type="body" sz="quarter" idx="196"/>
          </p:nvPr>
        </p:nvSpPr>
        <p:spPr>
          <a:xfrm>
            <a:off x="32956142" y="26407249"/>
            <a:ext cx="10025958" cy="2397579"/>
          </a:xfrm>
          <a:prstGeom prst="rect">
            <a:avLst/>
          </a:prstGeom>
        </p:spPr>
        <p:txBody>
          <a:bodyPr wrap="square" lIns="91440" tIns="45720" rIns="91440" bIns="0">
            <a:spAutoFit/>
          </a:bodyPr>
          <a:lstStyle>
            <a:lvl1pPr marL="0" indent="0">
              <a:buFontTx/>
              <a:buNone/>
              <a:defRPr sz="2800" b="0" spc="198" baseline="0">
                <a:latin typeface="Avenir Next LT Pro" panose="020B0504020202020204" pitchFamily="34" charset="0"/>
                <a:cs typeface="Arial" panose="020B0604020202020204" pitchFamily="34" charset="0"/>
              </a:defRPr>
            </a:lvl1pPr>
            <a:lvl2pPr marL="667227" indent="-248603">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2pPr>
            <a:lvl3pPr marL="1132999" indent="-201454">
              <a:buFont typeface="Arial" panose="020B0604020202020204" pitchFamily="34" charset="0"/>
              <a:buChar char="•"/>
              <a:defRPr sz="2800" b="0" spc="198" baseline="0">
                <a:latin typeface="Avenir Next LT Pro" panose="020B0504020202020204" pitchFamily="34" charset="0"/>
                <a:cs typeface="Arial" panose="020B0604020202020204" pitchFamily="34" charset="0"/>
              </a:defRPr>
            </a:lvl3pPr>
            <a:lvl4pPr marL="1754505" indent="-311468">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4pPr>
            <a:lvl5pPr marL="2313147" indent="-285750">
              <a:buFont typeface="Arial" panose="020B0604020202020204" pitchFamily="34" charset="0"/>
              <a:buChar char="•"/>
              <a:defRPr sz="2400" b="0" spc="198" baseline="0">
                <a:latin typeface="Avenir Next LT Pro" panose="020B05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7">
            <a:extLst>
              <a:ext uri="{FF2B5EF4-FFF2-40B4-BE49-F238E27FC236}">
                <a16:creationId xmlns:a16="http://schemas.microsoft.com/office/drawing/2014/main" id="{F3163FC8-0284-4C55-B6C9-F4768769188B}"/>
              </a:ext>
            </a:extLst>
          </p:cNvPr>
          <p:cNvSpPr>
            <a:spLocks noGrp="1"/>
          </p:cNvSpPr>
          <p:nvPr>
            <p:ph type="body" sz="quarter" idx="183" hasCustomPrompt="1"/>
          </p:nvPr>
        </p:nvSpPr>
        <p:spPr>
          <a:xfrm>
            <a:off x="957489" y="294368"/>
            <a:ext cx="31993568" cy="2317750"/>
          </a:xfrm>
          <a:prstGeom prst="rect">
            <a:avLst/>
          </a:prstGeom>
        </p:spPr>
        <p:txBody>
          <a:bodyPr>
            <a:normAutofit/>
          </a:bodyPr>
          <a:lstStyle>
            <a:lvl1pPr marL="0" indent="0">
              <a:buFontTx/>
              <a:buNone/>
              <a:defRPr sz="8000" cap="all" baseline="0">
                <a:solidFill>
                  <a:schemeClr val="bg1"/>
                </a:solidFill>
                <a:latin typeface="Franklin Gothic Medium" panose="020B0603020102020204" pitchFamily="34" charset="0"/>
              </a:defRPr>
            </a:lvl1pPr>
          </a:lstStyle>
          <a:p>
            <a:pPr lvl="0"/>
            <a:r>
              <a:rPr lang="en-US" dirty="0"/>
              <a:t>CLICK HERE TO ADD TITLE: ADJUST TEXT BOX POSITIONING IF ONLY USING ONE LINE</a:t>
            </a:r>
          </a:p>
        </p:txBody>
      </p:sp>
      <p:sp>
        <p:nvSpPr>
          <p:cNvPr id="19" name="Text Placeholder 7">
            <a:extLst>
              <a:ext uri="{FF2B5EF4-FFF2-40B4-BE49-F238E27FC236}">
                <a16:creationId xmlns:a16="http://schemas.microsoft.com/office/drawing/2014/main" id="{1F560F39-722C-48E8-9629-3D7B7302468E}"/>
              </a:ext>
            </a:extLst>
          </p:cNvPr>
          <p:cNvSpPr>
            <a:spLocks noGrp="1"/>
          </p:cNvSpPr>
          <p:nvPr>
            <p:ph type="body" sz="quarter" idx="184" hasCustomPrompt="1"/>
          </p:nvPr>
        </p:nvSpPr>
        <p:spPr>
          <a:xfrm>
            <a:off x="957489" y="2764791"/>
            <a:ext cx="31993568" cy="1937838"/>
          </a:xfrm>
          <a:prstGeom prst="rect">
            <a:avLst/>
          </a:prstGeom>
        </p:spPr>
        <p:txBody>
          <a:bodyPr>
            <a:normAutofit/>
          </a:bodyPr>
          <a:lstStyle>
            <a:lvl1pPr marL="0" indent="0">
              <a:buFontTx/>
              <a:buNone/>
              <a:defRPr sz="5400">
                <a:solidFill>
                  <a:srgbClr val="FEC24D"/>
                </a:solidFill>
                <a:latin typeface="Rockwell" panose="02060603020205020403" pitchFamily="18" charset="0"/>
              </a:defRPr>
            </a:lvl1pPr>
          </a:lstStyle>
          <a:p>
            <a:pPr lvl="0"/>
            <a:r>
              <a:rPr lang="en-US" dirty="0"/>
              <a:t>Click here to add Authors &amp; Affiliations: Adjust text box positioning if only using one line</a:t>
            </a:r>
          </a:p>
        </p:txBody>
      </p:sp>
    </p:spTree>
    <p:extLst>
      <p:ext uri="{BB962C8B-B14F-4D97-AF65-F5344CB8AC3E}">
        <p14:creationId xmlns:p14="http://schemas.microsoft.com/office/powerpoint/2010/main" val="3176154157"/>
      </p:ext>
    </p:extLst>
  </p:cSld>
  <p:clrMapOvr>
    <a:masterClrMapping/>
  </p:clrMapOvr>
  <p:extLst>
    <p:ext uri="{DCECCB84-F9BA-43D5-87BE-67443E8EF086}">
      <p15:sldGuideLst xmlns:p15="http://schemas.microsoft.com/office/powerpoint/2012/main">
        <p15:guide id="1" pos="3744" userDrawn="1">
          <p15:clr>
            <a:srgbClr val="FDE53C"/>
          </p15:clr>
        </p15:guide>
        <p15:guide id="3" pos="6888" userDrawn="1">
          <p15:clr>
            <a:srgbClr val="F26B43"/>
          </p15:clr>
        </p15:guide>
        <p15:guide id="4" pos="20760" userDrawn="1">
          <p15:clr>
            <a:srgbClr val="F26B43"/>
          </p15:clr>
        </p15:guide>
        <p15:guide id="5" pos="7296" userDrawn="1">
          <p15:clr>
            <a:srgbClr val="F26B43"/>
          </p15:clr>
        </p15:guide>
        <p15:guide id="6" pos="20352" userDrawn="1">
          <p15:clr>
            <a:srgbClr val="F26B43"/>
          </p15:clr>
        </p15:guide>
        <p15:guide id="8" orient="horz" pos="3456" userDrawn="1">
          <p15:clr>
            <a:srgbClr val="F26B43"/>
          </p15:clr>
        </p15:guide>
        <p15:guide id="10" pos="23904" userDrawn="1">
          <p15:clr>
            <a:srgbClr val="FDE53C"/>
          </p15:clr>
        </p15:guide>
        <p15:guide id="11" pos="10392" userDrawn="1">
          <p15:clr>
            <a:srgbClr val="FDE53C"/>
          </p15:clr>
        </p15:guide>
        <p15:guide id="12" pos="14040" userDrawn="1">
          <p15:clr>
            <a:srgbClr val="F26B43"/>
          </p15:clr>
        </p15:guide>
        <p15:guide id="13" pos="13608" userDrawn="1">
          <p15:clr>
            <a:srgbClr val="F26B43"/>
          </p15:clr>
        </p15:guide>
        <p15:guide id="14" pos="17208" userDrawn="1">
          <p15:clr>
            <a:srgbClr val="FDE53C"/>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7A947B71-3CCD-4976-8DB2-CA68781F2D17}"/>
              </a:ext>
            </a:extLst>
          </p:cNvPr>
          <p:cNvSpPr>
            <a:spLocks noGrp="1"/>
          </p:cNvSpPr>
          <p:nvPr>
            <p:ph type="body" sz="quarter" idx="183" hasCustomPrompt="1"/>
          </p:nvPr>
        </p:nvSpPr>
        <p:spPr>
          <a:xfrm>
            <a:off x="957489" y="294368"/>
            <a:ext cx="31993568" cy="2317750"/>
          </a:xfrm>
          <a:prstGeom prst="rect">
            <a:avLst/>
          </a:prstGeom>
        </p:spPr>
        <p:txBody>
          <a:bodyPr>
            <a:normAutofit/>
          </a:bodyPr>
          <a:lstStyle>
            <a:lvl1pPr marL="0" indent="0">
              <a:buFontTx/>
              <a:buNone/>
              <a:defRPr sz="8000" cap="all" baseline="0">
                <a:solidFill>
                  <a:schemeClr val="bg1"/>
                </a:solidFill>
                <a:latin typeface="Franklin Gothic Medium" panose="020B0603020102020204" pitchFamily="34" charset="0"/>
              </a:defRPr>
            </a:lvl1pPr>
          </a:lstStyle>
          <a:p>
            <a:pPr lvl="0"/>
            <a:r>
              <a:rPr lang="en-US" dirty="0"/>
              <a:t>CLICK HERE TO ADD TITLE: ADJUST TEXT BOX POSITIONING IF ONLY USING ONE LINE</a:t>
            </a:r>
          </a:p>
        </p:txBody>
      </p:sp>
      <p:sp>
        <p:nvSpPr>
          <p:cNvPr id="7" name="Text Placeholder 7">
            <a:extLst>
              <a:ext uri="{FF2B5EF4-FFF2-40B4-BE49-F238E27FC236}">
                <a16:creationId xmlns:a16="http://schemas.microsoft.com/office/drawing/2014/main" id="{CCCFEA2F-681C-4325-A10A-402388EB69E3}"/>
              </a:ext>
            </a:extLst>
          </p:cNvPr>
          <p:cNvSpPr>
            <a:spLocks noGrp="1"/>
          </p:cNvSpPr>
          <p:nvPr>
            <p:ph type="body" sz="quarter" idx="184" hasCustomPrompt="1"/>
          </p:nvPr>
        </p:nvSpPr>
        <p:spPr>
          <a:xfrm>
            <a:off x="957489" y="2764791"/>
            <a:ext cx="31993568" cy="1937838"/>
          </a:xfrm>
          <a:prstGeom prst="rect">
            <a:avLst/>
          </a:prstGeom>
        </p:spPr>
        <p:txBody>
          <a:bodyPr>
            <a:normAutofit/>
          </a:bodyPr>
          <a:lstStyle>
            <a:lvl1pPr marL="0" indent="0">
              <a:buFontTx/>
              <a:buNone/>
              <a:defRPr sz="5400">
                <a:solidFill>
                  <a:srgbClr val="FEC24D"/>
                </a:solidFill>
                <a:latin typeface="Rockwell" panose="02060603020205020403" pitchFamily="18" charset="0"/>
              </a:defRPr>
            </a:lvl1pPr>
          </a:lstStyle>
          <a:p>
            <a:pPr lvl="0"/>
            <a:r>
              <a:rPr lang="en-US" dirty="0"/>
              <a:t>Click here to add Authors &amp; Affiliations: Adjust text box positioning if only using one line</a:t>
            </a:r>
          </a:p>
        </p:txBody>
      </p:sp>
    </p:spTree>
    <p:extLst>
      <p:ext uri="{BB962C8B-B14F-4D97-AF65-F5344CB8AC3E}">
        <p14:creationId xmlns:p14="http://schemas.microsoft.com/office/powerpoint/2010/main" val="399297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jpeg"/><Relationship Id="rId3" Type="http://schemas.openxmlformats.org/officeDocument/2006/relationships/slideLayout" Target="../slideLayouts/slideLayout3.xml"/><Relationship Id="rId7" Type="http://schemas.openxmlformats.org/officeDocument/2006/relationships/image" Target="../media/image2.svg"/><Relationship Id="rId12"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jpeg"/><Relationship Id="rId5" Type="http://schemas.openxmlformats.org/officeDocument/2006/relationships/theme" Target="../theme/theme1.xml"/><Relationship Id="rId15" Type="http://schemas.openxmlformats.org/officeDocument/2006/relationships/image" Target="../media/image10.jpeg"/><Relationship Id="rId10" Type="http://schemas.openxmlformats.org/officeDocument/2006/relationships/image" Target="../media/image5.jpeg"/><Relationship Id="rId4" Type="http://schemas.openxmlformats.org/officeDocument/2006/relationships/slideLayout" Target="../slideLayouts/slideLayout4.xml"/><Relationship Id="rId9" Type="http://schemas.openxmlformats.org/officeDocument/2006/relationships/image" Target="../media/image4.png"/><Relationship Id="rId14" Type="http://schemas.openxmlformats.org/officeDocument/2006/relationships/image" Target="../media/image9.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D2487A0-83C4-4D6A-BAB2-EA459FD0C8BE}"/>
              </a:ext>
            </a:extLst>
          </p:cNvPr>
          <p:cNvGrpSpPr/>
          <p:nvPr userDrawn="1"/>
        </p:nvGrpSpPr>
        <p:grpSpPr>
          <a:xfrm>
            <a:off x="0" y="32275720"/>
            <a:ext cx="43891199" cy="642680"/>
            <a:chOff x="0" y="32275720"/>
            <a:chExt cx="43891199" cy="642680"/>
          </a:xfrm>
        </p:grpSpPr>
        <p:sp>
          <p:nvSpPr>
            <p:cNvPr id="31" name="Freeform 19">
              <a:extLst>
                <a:ext uri="{FF2B5EF4-FFF2-40B4-BE49-F238E27FC236}">
                  <a16:creationId xmlns:a16="http://schemas.microsoft.com/office/drawing/2014/main" id="{45CAD17A-BE9A-4682-A071-32FD2AE50817}"/>
                </a:ext>
              </a:extLst>
            </p:cNvPr>
            <p:cNvSpPr/>
            <p:nvPr userDrawn="1"/>
          </p:nvSpPr>
          <p:spPr>
            <a:xfrm>
              <a:off x="0" y="32275720"/>
              <a:ext cx="37383168" cy="642680"/>
            </a:xfrm>
            <a:custGeom>
              <a:avLst/>
              <a:gdLst/>
              <a:ahLst/>
              <a:cxnLst/>
              <a:rect l="l" t="t" r="r" b="b"/>
              <a:pathLst>
                <a:path w="5034770" h="86556">
                  <a:moveTo>
                    <a:pt x="0" y="0"/>
                  </a:moveTo>
                  <a:lnTo>
                    <a:pt x="5034770" y="0"/>
                  </a:lnTo>
                  <a:lnTo>
                    <a:pt x="5034770" y="86556"/>
                  </a:lnTo>
                  <a:lnTo>
                    <a:pt x="0" y="86556"/>
                  </a:lnTo>
                  <a:close/>
                </a:path>
              </a:pathLst>
            </a:custGeom>
            <a:solidFill>
              <a:srgbClr val="FEC24D"/>
            </a:solidFill>
          </p:spPr>
        </p:sp>
        <p:sp>
          <p:nvSpPr>
            <p:cNvPr id="32" name="Freeform 22">
              <a:extLst>
                <a:ext uri="{FF2B5EF4-FFF2-40B4-BE49-F238E27FC236}">
                  <a16:creationId xmlns:a16="http://schemas.microsoft.com/office/drawing/2014/main" id="{7FEB0161-CAD1-47D6-BE79-2584D00E818D}"/>
                </a:ext>
              </a:extLst>
            </p:cNvPr>
            <p:cNvSpPr/>
            <p:nvPr userDrawn="1"/>
          </p:nvSpPr>
          <p:spPr>
            <a:xfrm>
              <a:off x="35949208" y="32275720"/>
              <a:ext cx="7941991" cy="642680"/>
            </a:xfrm>
            <a:custGeom>
              <a:avLst/>
              <a:gdLst/>
              <a:ahLst/>
              <a:cxnLst/>
              <a:rect l="l" t="t" r="r" b="b"/>
              <a:pathLst>
                <a:path w="1069629" h="86556">
                  <a:moveTo>
                    <a:pt x="0" y="0"/>
                  </a:moveTo>
                  <a:lnTo>
                    <a:pt x="1069629" y="0"/>
                  </a:lnTo>
                  <a:lnTo>
                    <a:pt x="1069629" y="86556"/>
                  </a:lnTo>
                  <a:lnTo>
                    <a:pt x="0" y="86556"/>
                  </a:lnTo>
                  <a:close/>
                </a:path>
              </a:pathLst>
            </a:custGeom>
            <a:solidFill>
              <a:srgbClr val="FF4613"/>
            </a:solidFill>
          </p:spPr>
        </p:sp>
      </p:grpSp>
      <p:pic>
        <p:nvPicPr>
          <p:cNvPr id="23" name="Graphic 22">
            <a:extLst>
              <a:ext uri="{FF2B5EF4-FFF2-40B4-BE49-F238E27FC236}">
                <a16:creationId xmlns:a16="http://schemas.microsoft.com/office/drawing/2014/main" id="{01C64AA7-F838-4224-9FD9-D29B90F16379}"/>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949208" y="30662131"/>
            <a:ext cx="7053471" cy="1109812"/>
          </a:xfrm>
          <a:prstGeom prst="rect">
            <a:avLst/>
          </a:prstGeom>
        </p:spPr>
      </p:pic>
      <p:sp>
        <p:nvSpPr>
          <p:cNvPr id="35" name="Rectangle 34">
            <a:extLst>
              <a:ext uri="{FF2B5EF4-FFF2-40B4-BE49-F238E27FC236}">
                <a16:creationId xmlns:a16="http://schemas.microsoft.com/office/drawing/2014/main" id="{D1F7DBCE-93E0-487B-AB69-1BD95747772A}"/>
              </a:ext>
            </a:extLst>
          </p:cNvPr>
          <p:cNvSpPr/>
          <p:nvPr userDrawn="1"/>
        </p:nvSpPr>
        <p:spPr>
          <a:xfrm>
            <a:off x="-12068693" y="-6876"/>
            <a:ext cx="11222432" cy="32918401"/>
          </a:xfrm>
          <a:prstGeom prst="rect">
            <a:avLst/>
          </a:prstGeom>
          <a:solidFill>
            <a:srgbClr val="A1C5E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lvl="0" indent="0" algn="ctr" defTabSz="9779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3764"/>
                </a:solidFill>
                <a:effectLst/>
                <a:uLnTx/>
                <a:uFillTx/>
                <a:latin typeface="Frutiger LT Std 45 Light" pitchFamily="34" charset="0"/>
                <a:ea typeface="+mn-ea"/>
                <a:cs typeface="+mn-cs"/>
              </a:rPr>
              <a:t>THESE INSTRUCTIONS WILL NOT PRINT</a:t>
            </a:r>
          </a:p>
          <a:p>
            <a:pPr marL="0" marR="0" lvl="0" indent="0" algn="ctr" defTabSz="1143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C000"/>
              </a:solidFill>
              <a:effectLst/>
              <a:uLnTx/>
              <a:uFillTx/>
              <a:latin typeface="Frutiger LT Std 45 Light" pitchFamily="34" charset="0"/>
              <a:ea typeface="+mn-ea"/>
              <a:cs typeface="+mn-cs"/>
            </a:endParaRPr>
          </a:p>
          <a:p>
            <a:pPr marL="0" marR="0" lvl="0" indent="0" algn="ctr" defTabSz="4388166"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600" normalizeH="0" baseline="0" noProof="0" dirty="0">
                <a:ln>
                  <a:noFill/>
                </a:ln>
                <a:solidFill>
                  <a:schemeClr val="bg1"/>
                </a:solidFill>
                <a:effectLst/>
                <a:uLnTx/>
                <a:uFillTx/>
                <a:latin typeface="Frutiger LT Std 55 Roman" pitchFamily="34" charset="0"/>
                <a:ea typeface="+mn-ea"/>
                <a:cs typeface="+mn-cs"/>
              </a:rPr>
              <a:t>LAYOUT &amp; DESIGN</a:t>
            </a:r>
          </a:p>
          <a:p>
            <a:pPr algn="ctr">
              <a:lnSpc>
                <a:spcPct val="150000"/>
              </a:lnSpc>
            </a:pPr>
            <a:endParaRPr lang="en-US" sz="3200" b="1" dirty="0">
              <a:solidFill>
                <a:schemeClr val="bg1"/>
              </a:solidFill>
              <a:latin typeface="Frutiger LT Std 55 Roman" pitchFamily="34" charset="0"/>
            </a:endParaRPr>
          </a:p>
          <a:p>
            <a:pPr algn="ctr" defTabSz="2743200">
              <a:lnSpc>
                <a:spcPct val="150000"/>
              </a:lnSpc>
            </a:pPr>
            <a:r>
              <a:rPr lang="en-US" sz="3600" b="1" dirty="0">
                <a:solidFill>
                  <a:schemeClr val="bg1"/>
                </a:solidFill>
                <a:latin typeface="Frutiger LT Std 55 Roman" pitchFamily="34" charset="0"/>
              </a:rPr>
              <a:t>Start</a:t>
            </a:r>
          </a:p>
          <a:p>
            <a:pPr algn="ctr" defTabSz="2743200">
              <a:lnSpc>
                <a:spcPct val="150000"/>
              </a:lnSpc>
            </a:pPr>
            <a:endParaRPr lang="en-US" sz="3200" b="1" dirty="0">
              <a:solidFill>
                <a:srgbClr val="FFFFFF"/>
              </a:solidFill>
              <a:latin typeface="Frutiger LT Std 55 Roman" pitchFamily="34" charset="0"/>
            </a:endParaRPr>
          </a:p>
          <a:p>
            <a:pPr algn="ctr" defTabSz="2743200">
              <a:lnSpc>
                <a:spcPct val="150000"/>
              </a:lnSpc>
            </a:pPr>
            <a:r>
              <a:rPr lang="en-US" sz="2600" dirty="0">
                <a:solidFill>
                  <a:schemeClr val="tx1"/>
                </a:solidFill>
                <a:latin typeface="Frutiger LT Std 45 Light" panose="020B0402020204020204" pitchFamily="34" charset="0"/>
              </a:rPr>
              <a:t>From the HOME tab, select LAYOUT to see the available layout options. After choosing your layout, begin designing your poster. This template contains helpful guidelines for each layout. Go to the VIEW tab and make sure the box next to GUIDES, in the SHOW section, is checked.</a:t>
            </a:r>
          </a:p>
          <a:p>
            <a:pPr algn="ctr">
              <a:lnSpc>
                <a:spcPct val="150000"/>
              </a:lnSpc>
            </a:pPr>
            <a:endParaRPr lang="en-US" sz="3200" b="1" baseline="0" dirty="0">
              <a:solidFill>
                <a:srgbClr val="FFC000"/>
              </a:solidFill>
              <a:latin typeface="Frutiger LT Std 55 Roman" pitchFamily="34" charset="0"/>
            </a:endParaRPr>
          </a:p>
          <a:p>
            <a:pPr marL="0" marR="0" lvl="0" indent="0" algn="ctr" defTabSz="4388166"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Frutiger LT Std 55 Roman" pitchFamily="34" charset="0"/>
                <a:ea typeface="+mn-ea"/>
                <a:cs typeface="+mn-cs"/>
              </a:rPr>
              <a:t>Title, Authors, and Affiliations</a:t>
            </a:r>
          </a:p>
          <a:p>
            <a:pPr marL="0" marR="0" lvl="0" indent="0" algn="ctr" defTabSz="4388166" rtl="0" eaLnBrk="1" fontAlgn="auto" latinLnBrk="0" hangingPunct="1">
              <a:lnSpc>
                <a:spcPct val="15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chemeClr val="tx1"/>
              </a:solidFill>
              <a:effectLst/>
              <a:uLnTx/>
              <a:uFillTx/>
              <a:latin typeface="Frutiger LT Std 55 Roman" pitchFamily="34" charset="0"/>
              <a:ea typeface="+mn-ea"/>
              <a:cs typeface="+mn-cs"/>
            </a:endParaRPr>
          </a:p>
          <a:p>
            <a:pPr marL="0" marR="0" lvl="0" indent="0" algn="l" defTabSz="4388166" rtl="0" eaLnBrk="1" fontAlgn="auto" latinLnBrk="0" hangingPunct="1">
              <a:lnSpc>
                <a:spcPct val="150000"/>
              </a:lnSpc>
              <a:spcBef>
                <a:spcPts val="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Start designing your poster by adding the title, the names of the authors, and the affiliated institutions. You can type or paste text into the provided boxes. The template will automatically adjust the size of your text to fit the title box. You can override this feature and manually change the size of your text. </a:t>
            </a:r>
          </a:p>
          <a:p>
            <a:pPr marL="0" marR="0" lvl="0" indent="0" algn="l" defTabSz="4388166" rtl="0" eaLnBrk="1" fontAlgn="auto" latinLnBrk="0" hangingPunct="1">
              <a:lnSpc>
                <a:spcPct val="150000"/>
              </a:lnSpc>
              <a:spcBef>
                <a:spcPts val="0"/>
              </a:spcBef>
              <a:spcAft>
                <a:spcPts val="0"/>
              </a:spcAft>
              <a:buClrTx/>
              <a:buSzTx/>
              <a:buFontTx/>
              <a:buNone/>
              <a:tabLst/>
              <a:defRPr/>
            </a:pPr>
            <a:endPar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endParaRPr>
          </a:p>
          <a:p>
            <a:pPr marL="0" marR="0" lvl="0" indent="0" algn="l" defTabSz="4388166" rtl="0" eaLnBrk="1" fontAlgn="auto" latinLnBrk="0" hangingPunct="1">
              <a:lnSpc>
                <a:spcPct val="150000"/>
              </a:lnSpc>
              <a:spcBef>
                <a:spcPts val="0"/>
              </a:spcBef>
              <a:spcAft>
                <a:spcPts val="0"/>
              </a:spcAft>
              <a:buClrTx/>
              <a:buSzTx/>
              <a:buFontTx/>
              <a:buNone/>
              <a:tabLst/>
              <a:defRPr/>
            </a:pPr>
            <a:r>
              <a:rPr kumimoji="0" lang="en-US" sz="2600" b="1" i="0" u="none" strike="noStrike" kern="1200" cap="none" spc="300" normalizeH="0" baseline="0" noProof="0" dirty="0">
                <a:ln>
                  <a:noFill/>
                </a:ln>
                <a:solidFill>
                  <a:schemeClr val="tx1"/>
                </a:solidFill>
                <a:effectLst/>
                <a:uLnTx/>
                <a:uFillTx/>
                <a:latin typeface="Frutiger LT Std 45 Light" pitchFamily="34" charset="0"/>
                <a:ea typeface="+mn-ea"/>
                <a:cs typeface="+mn-cs"/>
              </a:rPr>
              <a:t>TIP</a:t>
            </a:r>
            <a:r>
              <a:rPr kumimoji="0" lang="en-US" sz="2600" b="1" i="0" u="none" strike="noStrike" kern="1200" cap="none" spc="0" normalizeH="0" baseline="0" noProof="0" dirty="0">
                <a:ln>
                  <a:noFill/>
                </a:ln>
                <a:solidFill>
                  <a:schemeClr val="tx1"/>
                </a:solidFill>
                <a:effectLst/>
                <a:uLnTx/>
                <a:uFillTx/>
                <a:latin typeface="Frutiger LT Std 45 Light" pitchFamily="34" charset="0"/>
                <a:ea typeface="+mn-ea"/>
                <a:cs typeface="+mn-cs"/>
              </a:rPr>
              <a:t>: </a:t>
            </a: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The font size of your title should be bigger than your name(s) and affiliation(s).</a:t>
            </a:r>
          </a:p>
          <a:p>
            <a:pPr marL="0" marR="0" lvl="0" indent="0" algn="l" defTabSz="4388166" rtl="0" eaLnBrk="1" fontAlgn="auto" latinLnBrk="0" hangingPunct="1">
              <a:lnSpc>
                <a:spcPct val="150000"/>
              </a:lnSpc>
              <a:spcBef>
                <a:spcPts val="0"/>
              </a:spcBef>
              <a:spcAft>
                <a:spcPts val="0"/>
              </a:spcAft>
              <a:buClrTx/>
              <a:buSzTx/>
              <a:buFontTx/>
              <a:buNone/>
              <a:tabLst/>
              <a:defRPr/>
            </a:pPr>
            <a:endPar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endParaRPr>
          </a:p>
          <a:p>
            <a:pPr marL="0" marR="0" lvl="0" indent="0" algn="ctr" defTabSz="4388166"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Frutiger LT Std 55 Roman" pitchFamily="34" charset="0"/>
                <a:ea typeface="+mn-ea"/>
                <a:cs typeface="+mn-cs"/>
              </a:rPr>
              <a:t>How to Add Text</a:t>
            </a:r>
          </a:p>
          <a:p>
            <a:pPr marL="0" marR="0" lvl="0" indent="0" algn="ctr" defTabSz="4388166" rtl="0" eaLnBrk="1" fontAlgn="auto" latinLnBrk="0" hangingPunct="1">
              <a:lnSpc>
                <a:spcPct val="15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chemeClr val="tx1"/>
              </a:solidFill>
              <a:effectLst/>
              <a:uLnTx/>
              <a:uFillTx/>
              <a:latin typeface="Frutiger LT Std 55 Roman" pitchFamily="34" charset="0"/>
              <a:ea typeface="+mn-ea"/>
              <a:cs typeface="+mn-cs"/>
            </a:endParaRPr>
          </a:p>
          <a:p>
            <a:pPr marL="0" marR="0" lvl="2" indent="0" algn="l" defTabSz="114300" rtl="0" eaLnBrk="1" fontAlgn="auto" latinLnBrk="0" hangingPunct="1">
              <a:lnSpc>
                <a:spcPct val="150000"/>
              </a:lnSpc>
              <a:spcBef>
                <a:spcPts val="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The template comes with a number of pre-formatted placeholder boxes for headers and body text. Additional headers and body text boxes may be added by copying and pasting the existing ones. Note that the boxes must have user-generated text in order to be copied and pasted. The default placeholder text [i.e. (</a:t>
            </a:r>
            <a:r>
              <a:rPr kumimoji="0" lang="en-US" sz="2600" b="0" i="1" u="none" strike="noStrike" kern="1200" cap="none" spc="0" normalizeH="0" baseline="0" noProof="0" dirty="0">
                <a:ln>
                  <a:noFill/>
                </a:ln>
                <a:solidFill>
                  <a:schemeClr val="tx1"/>
                </a:solidFill>
                <a:effectLst/>
                <a:uLnTx/>
                <a:uFillTx/>
                <a:latin typeface="Frutiger LT Std 45 Light" pitchFamily="34" charset="0"/>
                <a:ea typeface="+mn-ea"/>
                <a:cs typeface="+mn-cs"/>
              </a:rPr>
              <a:t>Click to add text)</a:t>
            </a: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 and </a:t>
            </a:r>
            <a:r>
              <a:rPr kumimoji="0" lang="en-US" sz="2600" b="0" i="1" u="none" strike="noStrike" kern="1200" cap="none" spc="0" normalizeH="0" baseline="0" noProof="0" dirty="0">
                <a:ln>
                  <a:noFill/>
                </a:ln>
                <a:solidFill>
                  <a:schemeClr val="tx1"/>
                </a:solidFill>
                <a:effectLst/>
                <a:uLnTx/>
                <a:uFillTx/>
                <a:latin typeface="Frutiger LT Std 45 Light" pitchFamily="34" charset="0"/>
                <a:ea typeface="+mn-ea"/>
                <a:cs typeface="+mn-cs"/>
              </a:rPr>
              <a:t>(Click to edit) Header</a:t>
            </a: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 does not apply.</a:t>
            </a:r>
            <a:endParaRPr kumimoji="0" lang="en-US" sz="2400" b="0" i="0" u="none" strike="noStrike" kern="1200" cap="none" spc="0" normalizeH="0" baseline="0" noProof="0" dirty="0">
              <a:ln>
                <a:noFill/>
              </a:ln>
              <a:solidFill>
                <a:schemeClr val="tx1"/>
              </a:solidFill>
              <a:effectLst/>
              <a:uLnTx/>
              <a:uFillTx/>
              <a:latin typeface="Frutiger LT Std 45 Light" pitchFamily="34" charset="0"/>
              <a:ea typeface="+mn-ea"/>
              <a:cs typeface="+mn-cs"/>
            </a:endParaRPr>
          </a:p>
          <a:p>
            <a:pPr marL="0" marR="0" lvl="0" indent="0" algn="l" defTabSz="4388166" rtl="0" eaLnBrk="1" fontAlgn="auto" latinLnBrk="0" hangingPunct="1">
              <a:lnSpc>
                <a:spcPct val="150000"/>
              </a:lnSpc>
              <a:spcBef>
                <a:spcPts val="0"/>
              </a:spcBef>
              <a:spcAft>
                <a:spcPts val="0"/>
              </a:spcAft>
              <a:buClrTx/>
              <a:buSzTx/>
              <a:buFontTx/>
              <a:buNone/>
              <a:tabLst/>
              <a:defRPr/>
            </a:pPr>
            <a:endPar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endParaRPr>
          </a:p>
          <a:p>
            <a:pPr marL="0" marR="0" lvl="0" indent="0" algn="ctr" defTabSz="4388166"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Frutiger LT Std 55 Roman" pitchFamily="34" charset="0"/>
                <a:ea typeface="+mn-ea"/>
                <a:cs typeface="+mn-cs"/>
              </a:rPr>
              <a:t>Fonts</a:t>
            </a:r>
          </a:p>
          <a:p>
            <a:pPr marL="0" marR="0" lvl="0" indent="0" algn="ctr" defTabSz="4388166" rtl="0" eaLnBrk="1" fontAlgn="auto" latinLnBrk="0" hangingPunct="1">
              <a:lnSpc>
                <a:spcPct val="15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chemeClr val="tx1"/>
              </a:solidFill>
              <a:effectLst/>
              <a:uLnTx/>
              <a:uFillTx/>
              <a:latin typeface="Frutiger LT Std 55 Roman" pitchFamily="34" charset="0"/>
              <a:ea typeface="+mn-ea"/>
              <a:cs typeface="+mn-cs"/>
            </a:endParaRPr>
          </a:p>
          <a:p>
            <a:pPr marL="0" marR="0" lvl="2" indent="0" algn="l" defTabSz="114300" rtl="0" eaLnBrk="1" fontAlgn="auto" latinLnBrk="0" hangingPunct="1">
              <a:lnSpc>
                <a:spcPct val="150000"/>
              </a:lnSpc>
              <a:spcBef>
                <a:spcPts val="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Title &amp; Headers: Franklin Gothic Medium ALL CAPS</a:t>
            </a:r>
          </a:p>
          <a:p>
            <a:pPr marL="0" marR="0" lvl="2" indent="0" algn="l" defTabSz="114300" rtl="0" eaLnBrk="1" fontAlgn="auto" latinLnBrk="0" hangingPunct="1">
              <a:lnSpc>
                <a:spcPct val="150000"/>
              </a:lnSpc>
              <a:spcBef>
                <a:spcPts val="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Authors &amp; Affiliations: Rockwell</a:t>
            </a:r>
          </a:p>
          <a:p>
            <a:pPr marL="0" marR="0" lvl="2" indent="0" algn="l" defTabSz="114300" rtl="0" eaLnBrk="1" fontAlgn="auto" latinLnBrk="0" hangingPunct="1">
              <a:lnSpc>
                <a:spcPct val="150000"/>
              </a:lnSpc>
              <a:spcBef>
                <a:spcPts val="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Frutiger LT Std 45 Light" pitchFamily="34" charset="0"/>
                <a:ea typeface="+mn-ea"/>
                <a:cs typeface="+mn-cs"/>
              </a:rPr>
              <a:t>Body Text: Avenir Next LT Pro</a:t>
            </a:r>
            <a:endParaRPr kumimoji="0" lang="en-US" sz="2400" b="0" i="0" u="none" strike="noStrike" kern="1200" cap="none" spc="0" normalizeH="0" baseline="0" noProof="0" dirty="0">
              <a:ln>
                <a:noFill/>
              </a:ln>
              <a:solidFill>
                <a:schemeClr val="tx1"/>
              </a:solidFill>
              <a:effectLst/>
              <a:uLnTx/>
              <a:uFillTx/>
              <a:latin typeface="Frutiger LT Std 45 Light" pitchFamily="34" charset="0"/>
              <a:ea typeface="+mn-ea"/>
              <a:cs typeface="+mn-cs"/>
            </a:endParaRPr>
          </a:p>
          <a:p>
            <a:pPr marL="0" marR="0" lvl="2" indent="0" algn="l" defTabSz="114300" rtl="0" eaLnBrk="1" fontAlgn="auto" latinLnBrk="0" hangingPunct="1">
              <a:lnSpc>
                <a:spcPct val="150000"/>
              </a:lnSpc>
              <a:spcBef>
                <a:spcPts val="0"/>
              </a:spcBef>
              <a:spcAft>
                <a:spcPts val="0"/>
              </a:spcAft>
              <a:buClrTx/>
              <a:buSzTx/>
              <a:buFontTx/>
              <a:buNone/>
              <a:tabLst/>
              <a:defRPr/>
            </a:pPr>
            <a:endParaRPr lang="en-US" sz="3600" b="1" baseline="0" dirty="0">
              <a:solidFill>
                <a:schemeClr val="tx1"/>
              </a:solidFill>
              <a:latin typeface="Frutiger LT Std 55 Roman" pitchFamily="34" charset="0"/>
            </a:endParaRPr>
          </a:p>
          <a:p>
            <a:pPr algn="ctr">
              <a:lnSpc>
                <a:spcPct val="150000"/>
              </a:lnSpc>
            </a:pPr>
            <a:r>
              <a:rPr lang="en-US" sz="3600" b="1" baseline="0" dirty="0">
                <a:solidFill>
                  <a:schemeClr val="bg1"/>
                </a:solidFill>
                <a:latin typeface="Frutiger LT Std 55 Roman" pitchFamily="34" charset="0"/>
              </a:rPr>
              <a:t>Zooming in &amp; Out</a:t>
            </a:r>
          </a:p>
          <a:p>
            <a:pPr algn="ctr">
              <a:lnSpc>
                <a:spcPct val="150000"/>
              </a:lnSpc>
            </a:pPr>
            <a:endParaRPr lang="en-US" sz="3200" b="1" baseline="0" dirty="0">
              <a:solidFill>
                <a:schemeClr val="tx1"/>
              </a:solidFill>
              <a:latin typeface="Frutiger LT Std 55 Roman" pitchFamily="34" charset="0"/>
            </a:endParaRPr>
          </a:p>
          <a:p>
            <a:pPr algn="l" defTabSz="850900">
              <a:lnSpc>
                <a:spcPct val="150000"/>
              </a:lnSpc>
            </a:pPr>
            <a:r>
              <a:rPr lang="en-US" sz="2600" b="0" baseline="0" dirty="0">
                <a:solidFill>
                  <a:schemeClr val="tx1"/>
                </a:solidFill>
                <a:latin typeface="Frutiger LT Std 45 Light" pitchFamily="34" charset="0"/>
              </a:rPr>
              <a:t>As you work on your poster zoom in and out to the level that is more</a:t>
            </a:r>
            <a:r>
              <a:rPr lang="en-US" sz="2600" b="0" dirty="0">
                <a:solidFill>
                  <a:schemeClr val="tx1"/>
                </a:solidFill>
                <a:latin typeface="Frutiger LT Std 45 Light" pitchFamily="34" charset="0"/>
              </a:rPr>
              <a:t> </a:t>
            </a:r>
            <a:r>
              <a:rPr lang="en-US" sz="2600" b="0" baseline="0" dirty="0">
                <a:solidFill>
                  <a:schemeClr val="tx1"/>
                </a:solidFill>
                <a:latin typeface="Frutiger LT Std 45 Light" pitchFamily="34" charset="0"/>
              </a:rPr>
              <a:t>comfortable </a:t>
            </a:r>
            <a:r>
              <a:rPr lang="en-US" sz="2600" dirty="0">
                <a:solidFill>
                  <a:schemeClr val="tx1"/>
                </a:solidFill>
                <a:latin typeface="Frutiger LT Std 45 Light" pitchFamily="34" charset="0"/>
              </a:rPr>
              <a:t>for</a:t>
            </a:r>
            <a:r>
              <a:rPr lang="en-US" sz="2600" b="0" baseline="0" dirty="0">
                <a:solidFill>
                  <a:schemeClr val="tx1"/>
                </a:solidFill>
                <a:latin typeface="Frutiger LT Std 45 Light" pitchFamily="34" charset="0"/>
              </a:rPr>
              <a:t> you. Go to VIEW &gt; ZOOM,</a:t>
            </a:r>
            <a:r>
              <a:rPr lang="en-US" sz="2600" b="0" dirty="0">
                <a:solidFill>
                  <a:schemeClr val="tx1"/>
                </a:solidFill>
                <a:latin typeface="Frutiger LT Std 45 Light" pitchFamily="34" charset="0"/>
              </a:rPr>
              <a:t> or use the zoom slider in the bottom right corner.</a:t>
            </a:r>
          </a:p>
          <a:p>
            <a:pPr algn="l" defTabSz="850900">
              <a:lnSpc>
                <a:spcPct val="150000"/>
              </a:lnSpc>
            </a:pPr>
            <a:endParaRPr lang="en-US" sz="6000" dirty="0">
              <a:solidFill>
                <a:schemeClr val="tx1"/>
              </a:solidFill>
            </a:endParaRPr>
          </a:p>
          <a:p>
            <a:pPr lvl="0" defTabSz="114300">
              <a:lnSpc>
                <a:spcPct val="150000"/>
              </a:lnSpc>
              <a:defRPr/>
            </a:pPr>
            <a:endParaRPr lang="en-US" sz="2400" dirty="0">
              <a:solidFill>
                <a:schemeClr val="tx1"/>
              </a:solidFill>
              <a:latin typeface="Frutiger LT Std 45 Light" pitchFamily="34" charset="0"/>
            </a:endParaRPr>
          </a:p>
          <a:p>
            <a:pPr marL="0" marR="0" lvl="0" indent="0" algn="ctr" defTabSz="9779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3764"/>
                </a:solidFill>
                <a:effectLst/>
                <a:uLnTx/>
                <a:uFillTx/>
                <a:latin typeface="Frutiger LT Std 45 Light" pitchFamily="34" charset="0"/>
                <a:ea typeface="+mn-ea"/>
                <a:cs typeface="+mn-cs"/>
              </a:rPr>
              <a:t>THESE INSTRUCTIONS WILL NOT PRINT</a:t>
            </a:r>
          </a:p>
        </p:txBody>
      </p:sp>
      <p:grpSp>
        <p:nvGrpSpPr>
          <p:cNvPr id="9" name="Group 8">
            <a:extLst>
              <a:ext uri="{FF2B5EF4-FFF2-40B4-BE49-F238E27FC236}">
                <a16:creationId xmlns:a16="http://schemas.microsoft.com/office/drawing/2014/main" id="{4C54AF0B-D510-48F0-B601-E5BBF4F224E6}"/>
              </a:ext>
            </a:extLst>
          </p:cNvPr>
          <p:cNvGrpSpPr/>
          <p:nvPr userDrawn="1"/>
        </p:nvGrpSpPr>
        <p:grpSpPr>
          <a:xfrm>
            <a:off x="44672455" y="-55065"/>
            <a:ext cx="11062139" cy="32973465"/>
            <a:chOff x="44678772" y="-55065"/>
            <a:chExt cx="11062139" cy="32973465"/>
          </a:xfrm>
        </p:grpSpPr>
        <p:sp>
          <p:nvSpPr>
            <p:cNvPr id="10" name="Rectangle 9">
              <a:extLst>
                <a:ext uri="{FF2B5EF4-FFF2-40B4-BE49-F238E27FC236}">
                  <a16:creationId xmlns:a16="http://schemas.microsoft.com/office/drawing/2014/main" id="{B205B2FA-EB84-4934-BB17-A91CB9D265B3}"/>
                </a:ext>
              </a:extLst>
            </p:cNvPr>
            <p:cNvSpPr/>
            <p:nvPr userDrawn="1"/>
          </p:nvSpPr>
          <p:spPr>
            <a:xfrm>
              <a:off x="44678772" y="-55065"/>
              <a:ext cx="11062139" cy="32973465"/>
            </a:xfrm>
            <a:prstGeom prst="rect">
              <a:avLst/>
            </a:prstGeom>
            <a:solidFill>
              <a:srgbClr val="A1C5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0" tIns="457200" rIns="457200" bIns="0" rtlCol="0" anchor="t" anchorCtr="0"/>
            <a:lstStyle/>
            <a:p>
              <a:pPr marL="0" marR="0" lvl="0" indent="0" algn="ctr" defTabSz="9779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3764"/>
                  </a:solidFill>
                  <a:effectLst/>
                  <a:uLnTx/>
                  <a:uFillTx/>
                  <a:latin typeface="Frutiger LT Std 45 Light" pitchFamily="34" charset="0"/>
                  <a:ea typeface="+mn-ea"/>
                  <a:cs typeface="+mn-cs"/>
                </a:rPr>
                <a:t>THESE INSTRUCTIONS WILL NOT PRINT</a:t>
              </a:r>
            </a:p>
            <a:p>
              <a:pPr algn="ctr">
                <a:lnSpc>
                  <a:spcPct val="150000"/>
                </a:lnSpc>
              </a:pPr>
              <a:endParaRPr lang="en-US" sz="2400" b="1" spc="600" dirty="0">
                <a:solidFill>
                  <a:schemeClr val="tx1"/>
                </a:solidFill>
                <a:latin typeface="Frutiger LT Std 55 Roman" pitchFamily="34" charset="0"/>
              </a:endParaRPr>
            </a:p>
            <a:p>
              <a:pPr algn="ctr">
                <a:lnSpc>
                  <a:spcPct val="150000"/>
                </a:lnSpc>
              </a:pPr>
              <a:r>
                <a:rPr lang="en-US" sz="4000" b="1" spc="600" dirty="0">
                  <a:solidFill>
                    <a:schemeClr val="bg1"/>
                  </a:solidFill>
                  <a:latin typeface="Frutiger LT Std 55 Roman" pitchFamily="34" charset="0"/>
                </a:rPr>
                <a:t>TABLES &amp; GRAPHICS</a:t>
              </a:r>
            </a:p>
            <a:p>
              <a:pPr marL="0" indent="0" algn="l" defTabSz="114300">
                <a:lnSpc>
                  <a:spcPct val="150000"/>
                </a:lnSpc>
              </a:pPr>
              <a:endParaRPr lang="en-US" sz="2400" b="0" baseline="0" dirty="0">
                <a:solidFill>
                  <a:schemeClr val="bg1"/>
                </a:solidFill>
                <a:latin typeface="Trebuchet MS" pitchFamily="34" charset="0"/>
              </a:endParaRPr>
            </a:p>
            <a:p>
              <a:pPr algn="ctr">
                <a:lnSpc>
                  <a:spcPct val="150000"/>
                </a:lnSpc>
              </a:pPr>
              <a:r>
                <a:rPr lang="en-US" sz="3600" b="1" baseline="0" dirty="0">
                  <a:solidFill>
                    <a:schemeClr val="bg1"/>
                  </a:solidFill>
                  <a:latin typeface="Frutiger LT Std 55 Roman" pitchFamily="34" charset="0"/>
                </a:rPr>
                <a:t>How to Add Tables</a:t>
              </a:r>
            </a:p>
            <a:p>
              <a:pPr algn="ctr">
                <a:lnSpc>
                  <a:spcPct val="150000"/>
                </a:lnSpc>
              </a:pPr>
              <a:endParaRPr lang="en-US" sz="3600" b="1" baseline="0" dirty="0">
                <a:solidFill>
                  <a:schemeClr val="tx1"/>
                </a:solidFill>
                <a:latin typeface="Frutiger LT Std 55 Roman" pitchFamily="34" charset="0"/>
              </a:endParaRPr>
            </a:p>
            <a:p>
              <a:pPr marL="0" lvl="1" indent="0" defTabSz="114300">
                <a:lnSpc>
                  <a:spcPct val="150000"/>
                </a:lnSpc>
              </a:pPr>
              <a:r>
                <a:rPr lang="en-US" sz="2600" b="0" baseline="0" dirty="0">
                  <a:solidFill>
                    <a:schemeClr val="tx1"/>
                  </a:solidFill>
                  <a:latin typeface="Frutiger LT Std 45 Light" pitchFamily="34" charset="0"/>
                </a:rPr>
                <a:t>To add a table go to the INSERT menu and click on TABLE. A drop-down box will help you select rows and columns</a:t>
              </a:r>
              <a:r>
                <a:rPr lang="en-US" sz="2600" dirty="0">
                  <a:solidFill>
                    <a:schemeClr val="tx1"/>
                  </a:solidFill>
                  <a:latin typeface="Frutiger LT Std 45 Light" pitchFamily="34" charset="0"/>
                </a:rPr>
                <a:t>.</a:t>
              </a:r>
            </a:p>
            <a:p>
              <a:pPr marL="1730375" lvl="1" defTabSz="114300">
                <a:lnSpc>
                  <a:spcPct val="150000"/>
                </a:lnSpc>
              </a:pPr>
              <a:endParaRPr lang="en-US" sz="2600" dirty="0">
                <a:solidFill>
                  <a:schemeClr val="tx1"/>
                </a:solidFill>
                <a:latin typeface="Frutiger LT Std 45 Light" pitchFamily="34" charset="0"/>
              </a:endParaRPr>
            </a:p>
            <a:p>
              <a:pPr marL="0" lvl="1" indent="0" defTabSz="114300">
                <a:lnSpc>
                  <a:spcPct val="150000"/>
                </a:lnSpc>
                <a:tabLst/>
              </a:pPr>
              <a:r>
                <a:rPr lang="en-US" sz="2600" dirty="0">
                  <a:solidFill>
                    <a:schemeClr val="tx1"/>
                  </a:solidFill>
                  <a:latin typeface="Frutiger LT Std 45 Light" pitchFamily="34" charset="0"/>
                </a:rPr>
                <a:t> You can also copy and a paste a table from Word or another PowerPoint document. A pasted table may need to be re-formatted using the DESIGN and LAYOUT tabs that will appear when the table is selected.</a:t>
              </a:r>
            </a:p>
            <a:p>
              <a:pPr marL="1730375" lvl="1" defTabSz="114300">
                <a:lnSpc>
                  <a:spcPct val="150000"/>
                </a:lnSpc>
              </a:pPr>
              <a:endParaRPr lang="en-US" sz="2600" dirty="0">
                <a:solidFill>
                  <a:schemeClr val="tx1"/>
                </a:solidFill>
                <a:latin typeface="Frutiger LT Std 45 Light" pitchFamily="34" charset="0"/>
              </a:endParaRPr>
            </a:p>
            <a:p>
              <a:pPr marL="0" lvl="1" indent="0" defTabSz="114300">
                <a:lnSpc>
                  <a:spcPct val="150000"/>
                </a:lnSpc>
                <a:tabLst/>
              </a:pPr>
              <a:r>
                <a:rPr lang="en-US" sz="2600" dirty="0">
                  <a:solidFill>
                    <a:schemeClr val="tx1"/>
                  </a:solidFill>
                  <a:latin typeface="Frutiger LT Std 45 Light" pitchFamily="34" charset="0"/>
                </a:rPr>
                <a:t>You can simply copy and paste charts and graphs</a:t>
              </a:r>
            </a:p>
            <a:p>
              <a:pPr marL="0" lvl="1" indent="0" defTabSz="114300">
                <a:lnSpc>
                  <a:spcPct val="150000"/>
                </a:lnSpc>
                <a:tabLst/>
              </a:pPr>
              <a:r>
                <a:rPr lang="en-US" sz="2600" dirty="0">
                  <a:solidFill>
                    <a:schemeClr val="tx1"/>
                  </a:solidFill>
                  <a:latin typeface="Frutiger LT Std 45 Light" pitchFamily="34" charset="0"/>
                </a:rPr>
                <a:t>from Excel or Word. Some reformatting may be</a:t>
              </a:r>
            </a:p>
            <a:p>
              <a:pPr marL="0" lvl="1" indent="0" defTabSz="114300">
                <a:lnSpc>
                  <a:spcPct val="150000"/>
                </a:lnSpc>
                <a:tabLst/>
              </a:pPr>
              <a:r>
                <a:rPr lang="en-US" sz="2600" dirty="0">
                  <a:solidFill>
                    <a:schemeClr val="tx1"/>
                  </a:solidFill>
                  <a:latin typeface="Frutiger LT Std 45 Light" pitchFamily="34" charset="0"/>
                </a:rPr>
                <a:t>required depending on how the original document</a:t>
              </a:r>
            </a:p>
            <a:p>
              <a:pPr marL="0" lvl="1" indent="0" defTabSz="114300">
                <a:lnSpc>
                  <a:spcPct val="150000"/>
                </a:lnSpc>
                <a:tabLst/>
              </a:pPr>
              <a:r>
                <a:rPr lang="en-US" sz="2600" dirty="0">
                  <a:solidFill>
                    <a:schemeClr val="tx1"/>
                  </a:solidFill>
                  <a:latin typeface="Frutiger LT Std 45 Light" pitchFamily="34" charset="0"/>
                </a:rPr>
                <a:t>has been created.</a:t>
              </a:r>
            </a:p>
            <a:p>
              <a:pPr marL="0" marR="0" lvl="0" indent="0" algn="l" defTabSz="114300" rtl="0" eaLnBrk="1" fontAlgn="auto" latinLnBrk="0" hangingPunct="1">
                <a:lnSpc>
                  <a:spcPct val="15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chemeClr val="tx1"/>
                </a:solidFill>
                <a:effectLst/>
                <a:uLnTx/>
                <a:uFillTx/>
                <a:latin typeface="Frutiger LT Std 45 Light" pitchFamily="34" charset="0"/>
              </a:endParaRPr>
            </a:p>
            <a:p>
              <a:pPr algn="ctr">
                <a:lnSpc>
                  <a:spcPct val="150000"/>
                </a:lnSpc>
              </a:pPr>
              <a:r>
                <a:rPr lang="en-US" sz="3600" b="1" dirty="0">
                  <a:solidFill>
                    <a:schemeClr val="bg1"/>
                  </a:solidFill>
                  <a:latin typeface="Frutiger LT Std 55 Roman" pitchFamily="34" charset="0"/>
                </a:rPr>
                <a:t>Photos &amp; Graphics</a:t>
              </a:r>
            </a:p>
            <a:p>
              <a:pPr algn="ctr">
                <a:lnSpc>
                  <a:spcPct val="150000"/>
                </a:lnSpc>
              </a:pPr>
              <a:endParaRPr lang="en-US" sz="3600" b="1" dirty="0">
                <a:solidFill>
                  <a:schemeClr val="tx1"/>
                </a:solidFill>
                <a:latin typeface="Frutiger LT Std 55 Roman" pitchFamily="34" charset="0"/>
              </a:endParaRPr>
            </a:p>
            <a:p>
              <a:pPr defTabSz="977900">
                <a:lnSpc>
                  <a:spcPct val="150000"/>
                </a:lnSpc>
              </a:pPr>
              <a:r>
                <a:rPr lang="en-US" sz="2600" dirty="0">
                  <a:solidFill>
                    <a:schemeClr val="tx1"/>
                  </a:solidFill>
                  <a:latin typeface="Frutiger LT Std 45 Light" pitchFamily="34" charset="0"/>
                </a:rPr>
                <a:t>You can add images by dragging and dropping them from your desktop, copy and paste, or by going to INSERT &gt; PICTURES. Resize images proportionally by holding down the SHIFT key and dragging one of the corner handles. For a professional-looking poster, avoid distorting your images by enlarging them disproportionally.</a:t>
              </a:r>
            </a:p>
            <a:p>
              <a:pPr defTabSz="977900">
                <a:lnSpc>
                  <a:spcPct val="150000"/>
                </a:lnSpc>
              </a:pPr>
              <a:endParaRPr lang="en-US" sz="2600" dirty="0">
                <a:solidFill>
                  <a:schemeClr val="tx1"/>
                </a:solidFill>
                <a:latin typeface="Trebuchet MS" pitchFamily="34" charset="0"/>
              </a:endParaRPr>
            </a:p>
            <a:p>
              <a:pPr algn="ctr">
                <a:lnSpc>
                  <a:spcPct val="150000"/>
                </a:lnSpc>
              </a:pPr>
              <a:endParaRPr lang="en-US" sz="2800" b="1" dirty="0">
                <a:solidFill>
                  <a:schemeClr val="tx1"/>
                </a:solidFill>
                <a:latin typeface="Trebuchet MS" pitchFamily="34" charset="0"/>
              </a:endParaRPr>
            </a:p>
            <a:p>
              <a:pPr algn="ctr">
                <a:lnSpc>
                  <a:spcPct val="150000"/>
                </a:lnSpc>
              </a:pPr>
              <a:endParaRPr lang="en-US" sz="2800" b="1" dirty="0">
                <a:solidFill>
                  <a:schemeClr val="tx1"/>
                </a:solidFill>
                <a:latin typeface="Trebuchet MS" pitchFamily="34" charset="0"/>
              </a:endParaRPr>
            </a:p>
            <a:p>
              <a:pPr algn="ctr">
                <a:lnSpc>
                  <a:spcPct val="150000"/>
                </a:lnSpc>
              </a:pPr>
              <a:endParaRPr lang="en-US" sz="2800" b="1" dirty="0">
                <a:solidFill>
                  <a:schemeClr val="tx1"/>
                </a:solidFill>
                <a:latin typeface="Trebuchet MS" pitchFamily="34" charset="0"/>
              </a:endParaRPr>
            </a:p>
            <a:p>
              <a:pPr algn="ctr">
                <a:lnSpc>
                  <a:spcPct val="150000"/>
                </a:lnSpc>
              </a:pPr>
              <a:endParaRPr lang="en-US" sz="2800" b="1" dirty="0">
                <a:solidFill>
                  <a:schemeClr val="tx1"/>
                </a:solidFill>
                <a:latin typeface="Trebuchet MS" pitchFamily="34" charset="0"/>
              </a:endParaRPr>
            </a:p>
            <a:p>
              <a:pPr algn="ctr">
                <a:lnSpc>
                  <a:spcPct val="150000"/>
                </a:lnSpc>
              </a:pPr>
              <a:endParaRPr lang="en-US" sz="3600" b="1" dirty="0">
                <a:solidFill>
                  <a:schemeClr val="tx1"/>
                </a:solidFill>
                <a:latin typeface="Frutiger LT Std 55 Roman" pitchFamily="34" charset="0"/>
              </a:endParaRPr>
            </a:p>
            <a:p>
              <a:pPr algn="ctr">
                <a:lnSpc>
                  <a:spcPct val="150000"/>
                </a:lnSpc>
              </a:pPr>
              <a:r>
                <a:rPr lang="en-US" sz="3600" b="1" dirty="0">
                  <a:solidFill>
                    <a:schemeClr val="bg1"/>
                  </a:solidFill>
                  <a:latin typeface="Frutiger LT Std 55 Roman" pitchFamily="34" charset="0"/>
                </a:rPr>
                <a:t>Image Quality Check</a:t>
              </a:r>
            </a:p>
            <a:p>
              <a:pPr algn="ctr">
                <a:lnSpc>
                  <a:spcPct val="150000"/>
                </a:lnSpc>
              </a:pPr>
              <a:endParaRPr lang="en-US" sz="3600" b="1" dirty="0">
                <a:solidFill>
                  <a:schemeClr val="tx1"/>
                </a:solidFill>
                <a:latin typeface="Frutiger LT Std 55 Roman" pitchFamily="34" charset="0"/>
              </a:endParaRPr>
            </a:p>
            <a:p>
              <a:pPr lvl="0" defTabSz="977900">
                <a:lnSpc>
                  <a:spcPct val="150000"/>
                </a:lnSpc>
              </a:pPr>
              <a:r>
                <a:rPr lang="en-US" sz="2600" dirty="0">
                  <a:solidFill>
                    <a:schemeClr val="tx1"/>
                  </a:solidFill>
                  <a:latin typeface="Frutiger LT Std 45 Light" pitchFamily="34" charset="0"/>
                </a:rPr>
                <a:t>Zoom in and look at your images at 100% magnification. If they look good they will print well. </a:t>
              </a: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lvl="0" defTabSz="977900">
                <a:lnSpc>
                  <a:spcPct val="150000"/>
                </a:lnSpc>
              </a:pPr>
              <a:endParaRPr lang="en-US" sz="2600" dirty="0">
                <a:solidFill>
                  <a:schemeClr val="tx1"/>
                </a:solidFill>
                <a:latin typeface="Frutiger LT Std 45 Light" pitchFamily="34" charset="0"/>
              </a:endParaRPr>
            </a:p>
            <a:p>
              <a:pPr marL="0" marR="0" lvl="0" indent="0" algn="ctr" defTabSz="9779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3764"/>
                  </a:solidFill>
                  <a:effectLst/>
                  <a:uLnTx/>
                  <a:uFillTx/>
                  <a:latin typeface="Frutiger LT Std 45 Light" pitchFamily="34" charset="0"/>
                  <a:ea typeface="+mn-ea"/>
                  <a:cs typeface="+mn-cs"/>
                </a:rPr>
                <a:t>THESE INSTRUCTIONS WILL NOT PRINT</a:t>
              </a:r>
            </a:p>
          </p:txBody>
        </p:sp>
        <p:grpSp>
          <p:nvGrpSpPr>
            <p:cNvPr id="11" name="Group 10">
              <a:extLst>
                <a:ext uri="{FF2B5EF4-FFF2-40B4-BE49-F238E27FC236}">
                  <a16:creationId xmlns:a16="http://schemas.microsoft.com/office/drawing/2014/main" id="{49FD4358-B09C-4C47-98B0-8505F5EF69E2}"/>
                </a:ext>
              </a:extLst>
            </p:cNvPr>
            <p:cNvGrpSpPr/>
            <p:nvPr userDrawn="1"/>
          </p:nvGrpSpPr>
          <p:grpSpPr>
            <a:xfrm>
              <a:off x="53157329" y="8796801"/>
              <a:ext cx="1528780" cy="2829214"/>
              <a:chOff x="52377739" y="8494656"/>
              <a:chExt cx="1528780" cy="2829214"/>
            </a:xfrm>
          </p:grpSpPr>
          <p:pic>
            <p:nvPicPr>
              <p:cNvPr id="22" name="Picture 21">
                <a:extLst>
                  <a:ext uri="{FF2B5EF4-FFF2-40B4-BE49-F238E27FC236}">
                    <a16:creationId xmlns:a16="http://schemas.microsoft.com/office/drawing/2014/main" id="{DDBC4958-DF4D-44E3-AB30-837300FDC92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377741" y="9430358"/>
                <a:ext cx="1528778" cy="1893512"/>
              </a:xfrm>
              <a:prstGeom prst="rect">
                <a:avLst/>
              </a:prstGeom>
            </p:spPr>
          </p:pic>
          <p:pic>
            <p:nvPicPr>
              <p:cNvPr id="24" name="Picture 23">
                <a:extLst>
                  <a:ext uri="{FF2B5EF4-FFF2-40B4-BE49-F238E27FC236}">
                    <a16:creationId xmlns:a16="http://schemas.microsoft.com/office/drawing/2014/main" id="{DC252615-3942-4396-977F-5F47472006DE}"/>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377739" y="8494656"/>
                <a:ext cx="637363" cy="935702"/>
              </a:xfrm>
              <a:prstGeom prst="rect">
                <a:avLst/>
              </a:prstGeom>
            </p:spPr>
          </p:pic>
        </p:grpSp>
        <p:sp>
          <p:nvSpPr>
            <p:cNvPr id="12" name="TextBox 11">
              <a:extLst>
                <a:ext uri="{FF2B5EF4-FFF2-40B4-BE49-F238E27FC236}">
                  <a16:creationId xmlns:a16="http://schemas.microsoft.com/office/drawing/2014/main" id="{60ADEB9A-D9B8-44B4-960C-88B8F9E80B7A}"/>
                </a:ext>
              </a:extLst>
            </p:cNvPr>
            <p:cNvSpPr txBox="1"/>
            <p:nvPr userDrawn="1"/>
          </p:nvSpPr>
          <p:spPr>
            <a:xfrm>
              <a:off x="46009557" y="19034520"/>
              <a:ext cx="2247311" cy="707886"/>
            </a:xfrm>
            <a:prstGeom prst="rect">
              <a:avLst/>
            </a:prstGeom>
            <a:noFill/>
          </p:spPr>
          <p:txBody>
            <a:bodyPr wrap="square" lIns="457200" tIns="457200" rIns="457200" bIns="0" rtlCol="0">
              <a:spAutoFit/>
            </a:bodyPr>
            <a:lstStyle/>
            <a:p>
              <a:pPr algn="ctr"/>
              <a:r>
                <a:rPr lang="en-US" sz="1600" dirty="0">
                  <a:solidFill>
                    <a:schemeClr val="bg1"/>
                  </a:solidFill>
                  <a:latin typeface="Frutiger LT Std 45 Light" pitchFamily="34" charset="0"/>
                </a:rPr>
                <a:t>Corner</a:t>
              </a:r>
              <a:r>
                <a:rPr lang="en-US" sz="1600" baseline="0" dirty="0">
                  <a:solidFill>
                    <a:schemeClr val="bg1"/>
                  </a:solidFill>
                  <a:latin typeface="Frutiger LT Std 45 Light" pitchFamily="34" charset="0"/>
                </a:rPr>
                <a:t> handles</a:t>
              </a:r>
              <a:endParaRPr lang="en-US" sz="1600" dirty="0">
                <a:solidFill>
                  <a:schemeClr val="bg1"/>
                </a:solidFill>
                <a:latin typeface="Frutiger LT Std 45 Light" pitchFamily="34" charset="0"/>
              </a:endParaRPr>
            </a:p>
          </p:txBody>
        </p:sp>
        <p:pic>
          <p:nvPicPr>
            <p:cNvPr id="13" name="Picture 7" descr="X:\Graphics\Powerpoint templates project\arnie.jpg">
              <a:extLst>
                <a:ext uri="{FF2B5EF4-FFF2-40B4-BE49-F238E27FC236}">
                  <a16:creationId xmlns:a16="http://schemas.microsoft.com/office/drawing/2014/main" id="{0599881D-A38D-44AD-B854-444978814008}"/>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49549656" y="17810062"/>
              <a:ext cx="1380556" cy="207083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descr="X:\Graphics\Powerpoint templates project\arnie.jpg">
              <a:extLst>
                <a:ext uri="{FF2B5EF4-FFF2-40B4-BE49-F238E27FC236}">
                  <a16:creationId xmlns:a16="http://schemas.microsoft.com/office/drawing/2014/main" id="{99F07BE8-6C3F-49D1-B4E7-001D702D12AA}"/>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51064136" y="17807531"/>
              <a:ext cx="3211358" cy="223398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939D968-7A2B-41E6-B0DA-064F43FE3135}"/>
                </a:ext>
              </a:extLst>
            </p:cNvPr>
            <p:cNvSpPr txBox="1"/>
            <p:nvPr userDrawn="1"/>
          </p:nvSpPr>
          <p:spPr>
            <a:xfrm>
              <a:off x="51064136" y="19764729"/>
              <a:ext cx="3207021" cy="400100"/>
            </a:xfrm>
            <a:prstGeom prst="rect">
              <a:avLst/>
            </a:prstGeom>
            <a:solidFill>
              <a:srgbClr val="C00000"/>
            </a:solidFill>
          </p:spPr>
          <p:txBody>
            <a:bodyPr wrap="square" lIns="457200" tIns="91440" rIns="457200" bIns="91440" rtlCol="0">
              <a:spAutoFit/>
            </a:bodyPr>
            <a:lstStyle/>
            <a:p>
              <a:pPr algn="ctr"/>
              <a:r>
                <a:rPr lang="en-US" sz="1400" b="1" dirty="0">
                  <a:solidFill>
                    <a:schemeClr val="bg1"/>
                  </a:solidFill>
                  <a:latin typeface="Frutiger LT Std 55 Roman" pitchFamily="34" charset="0"/>
                </a:rPr>
                <a:t>DISTORTED</a:t>
              </a:r>
              <a:endParaRPr lang="en-US" sz="700" b="1" dirty="0">
                <a:solidFill>
                  <a:schemeClr val="bg1"/>
                </a:solidFill>
                <a:latin typeface="Frutiger LT Std 55 Roman" pitchFamily="34" charset="0"/>
              </a:endParaRPr>
            </a:p>
          </p:txBody>
        </p:sp>
        <p:sp>
          <p:nvSpPr>
            <p:cNvPr id="16" name="TextBox 15">
              <a:extLst>
                <a:ext uri="{FF2B5EF4-FFF2-40B4-BE49-F238E27FC236}">
                  <a16:creationId xmlns:a16="http://schemas.microsoft.com/office/drawing/2014/main" id="{0FA94967-9F00-4986-AE83-F54559C75182}"/>
                </a:ext>
              </a:extLst>
            </p:cNvPr>
            <p:cNvSpPr txBox="1"/>
            <p:nvPr userDrawn="1"/>
          </p:nvSpPr>
          <p:spPr>
            <a:xfrm>
              <a:off x="49549657" y="19738603"/>
              <a:ext cx="1380096" cy="430887"/>
            </a:xfrm>
            <a:prstGeom prst="rect">
              <a:avLst/>
            </a:prstGeom>
            <a:solidFill>
              <a:srgbClr val="FFC000"/>
            </a:solidFill>
            <a:ln>
              <a:noFill/>
            </a:ln>
          </p:spPr>
          <p:txBody>
            <a:bodyPr wrap="square" lIns="91440" tIns="91440" rIns="91440" bIns="91440" rtlCol="0">
              <a:spAutoFit/>
            </a:bodyPr>
            <a:lstStyle/>
            <a:p>
              <a:pPr algn="ctr"/>
              <a:r>
                <a:rPr lang="en-US" sz="1600" b="1" dirty="0">
                  <a:solidFill>
                    <a:schemeClr val="tx1"/>
                  </a:solidFill>
                  <a:latin typeface="Frutiger LT Std 55 Roman" pitchFamily="34" charset="0"/>
                </a:rPr>
                <a:t>ORIGINAL</a:t>
              </a:r>
            </a:p>
          </p:txBody>
        </p:sp>
        <p:pic>
          <p:nvPicPr>
            <p:cNvPr id="17" name="Picture 16">
              <a:extLst>
                <a:ext uri="{FF2B5EF4-FFF2-40B4-BE49-F238E27FC236}">
                  <a16:creationId xmlns:a16="http://schemas.microsoft.com/office/drawing/2014/main" id="{FB73B2A1-C78A-4118-9267-68A988A79A2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45789999" y="18499696"/>
              <a:ext cx="2686425" cy="838317"/>
            </a:xfrm>
            <a:prstGeom prst="rect">
              <a:avLst/>
            </a:prstGeom>
          </p:spPr>
        </p:pic>
        <p:sp>
          <p:nvSpPr>
            <p:cNvPr id="18" name="TextBox 17">
              <a:extLst>
                <a:ext uri="{FF2B5EF4-FFF2-40B4-BE49-F238E27FC236}">
                  <a16:creationId xmlns:a16="http://schemas.microsoft.com/office/drawing/2014/main" id="{61C5AE83-EE95-4169-AD42-35674FF83C8E}"/>
                </a:ext>
              </a:extLst>
            </p:cNvPr>
            <p:cNvSpPr txBox="1"/>
            <p:nvPr userDrawn="1"/>
          </p:nvSpPr>
          <p:spPr>
            <a:xfrm rot="16200000">
              <a:off x="44404465" y="25681216"/>
              <a:ext cx="2432515" cy="338553"/>
            </a:xfrm>
            <a:prstGeom prst="rect">
              <a:avLst/>
            </a:prstGeom>
            <a:noFill/>
          </p:spPr>
          <p:txBody>
            <a:bodyPr wrap="square" lIns="91440" tIns="91440" rIns="91440" bIns="0" rtlCol="0">
              <a:spAutoFit/>
            </a:bodyPr>
            <a:lstStyle/>
            <a:p>
              <a:pPr algn="ctr"/>
              <a:r>
                <a:rPr lang="en-US" sz="1600" b="1" dirty="0">
                  <a:solidFill>
                    <a:srgbClr val="003764"/>
                  </a:solidFill>
                  <a:latin typeface="Frutiger LT Std 45 Light" pitchFamily="34" charset="0"/>
                </a:rPr>
                <a:t>Good</a:t>
              </a:r>
              <a:r>
                <a:rPr lang="en-US" sz="1600" b="1" baseline="0" dirty="0">
                  <a:solidFill>
                    <a:srgbClr val="003764"/>
                  </a:solidFill>
                  <a:latin typeface="Frutiger LT Std 45 Light" pitchFamily="34" charset="0"/>
                </a:rPr>
                <a:t> </a:t>
              </a:r>
              <a:r>
                <a:rPr lang="en-US" sz="1600" baseline="0" dirty="0">
                  <a:solidFill>
                    <a:schemeClr val="bg1"/>
                  </a:solidFill>
                  <a:latin typeface="Frutiger LT Std 45 Light" pitchFamily="34" charset="0"/>
                </a:rPr>
                <a:t>printing quality</a:t>
              </a:r>
              <a:endParaRPr lang="en-US" sz="1600" dirty="0">
                <a:solidFill>
                  <a:schemeClr val="bg1"/>
                </a:solidFill>
                <a:latin typeface="Frutiger LT Std 45 Light" pitchFamily="34" charset="0"/>
              </a:endParaRPr>
            </a:p>
          </p:txBody>
        </p:sp>
        <p:sp>
          <p:nvSpPr>
            <p:cNvPr id="19" name="TextBox 18">
              <a:extLst>
                <a:ext uri="{FF2B5EF4-FFF2-40B4-BE49-F238E27FC236}">
                  <a16:creationId xmlns:a16="http://schemas.microsoft.com/office/drawing/2014/main" id="{24F558EE-8606-4433-AB95-531748677C5E}"/>
                </a:ext>
              </a:extLst>
            </p:cNvPr>
            <p:cNvSpPr txBox="1"/>
            <p:nvPr userDrawn="1"/>
          </p:nvSpPr>
          <p:spPr>
            <a:xfrm rot="16200000">
              <a:off x="53388924" y="25746118"/>
              <a:ext cx="2432515" cy="338553"/>
            </a:xfrm>
            <a:prstGeom prst="rect">
              <a:avLst/>
            </a:prstGeom>
            <a:noFill/>
          </p:spPr>
          <p:txBody>
            <a:bodyPr wrap="square" lIns="91440" tIns="91440" rIns="91440" bIns="0" rtlCol="0">
              <a:spAutoFit/>
            </a:bodyPr>
            <a:lstStyle/>
            <a:p>
              <a:pPr algn="ctr"/>
              <a:r>
                <a:rPr lang="en-US" sz="1600" dirty="0">
                  <a:solidFill>
                    <a:srgbClr val="FF0000"/>
                  </a:solidFill>
                  <a:latin typeface="Frutiger LT Std 45 Light" pitchFamily="34" charset="0"/>
                </a:rPr>
                <a:t>Bad </a:t>
              </a:r>
              <a:r>
                <a:rPr lang="en-US" sz="1600" dirty="0">
                  <a:solidFill>
                    <a:schemeClr val="bg1"/>
                  </a:solidFill>
                  <a:latin typeface="Frutiger LT Std 45 Light" pitchFamily="34" charset="0"/>
                </a:rPr>
                <a:t>printing quality</a:t>
              </a:r>
            </a:p>
          </p:txBody>
        </p:sp>
        <p:pic>
          <p:nvPicPr>
            <p:cNvPr id="20" name="Picture 8" descr="X:\Graphics\Powerpoint templates project\library_back.jpg">
              <a:extLst>
                <a:ext uri="{FF2B5EF4-FFF2-40B4-BE49-F238E27FC236}">
                  <a16:creationId xmlns:a16="http://schemas.microsoft.com/office/drawing/2014/main" id="{13F5E22A-A856-421A-BEC7-81E73D268F05}"/>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5932398" y="24554359"/>
              <a:ext cx="3968274" cy="264551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 descr="X:\Graphics\Powerpoint templates project\library_back_badres.jpg">
              <a:extLst>
                <a:ext uri="{FF2B5EF4-FFF2-40B4-BE49-F238E27FC236}">
                  <a16:creationId xmlns:a16="http://schemas.microsoft.com/office/drawing/2014/main" id="{CCA21BFC-1054-43A7-99E0-AE160BFA534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0485299" y="24554359"/>
              <a:ext cx="3950606" cy="2633737"/>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5">
            <a:extLst>
              <a:ext uri="{FF2B5EF4-FFF2-40B4-BE49-F238E27FC236}">
                <a16:creationId xmlns:a16="http://schemas.microsoft.com/office/drawing/2014/main" id="{F1E0D527-9514-4D24-BFC0-17A2262879E6}"/>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4197"/>
            <a:ext cx="43891200" cy="5027898"/>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4" r:id="rId2"/>
    <p:sldLayoutId id="2147483655" r:id="rId3"/>
    <p:sldLayoutId id="2147483653" r:id="rId4"/>
  </p:sldLayoutIdLst>
  <p:txStyles>
    <p:titleStyle>
      <a:lvl1pPr algn="ctr" defTabSz="4388166"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563" indent="-1645563" algn="l" defTabSz="4388166"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385" indent="-1371302" algn="l" defTabSz="4388166"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5208" indent="-1097042" algn="l" defTabSz="4388166"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79292"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337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166" rtl="0" eaLnBrk="1" latinLnBrk="0" hangingPunct="1">
        <a:defRPr sz="8600" kern="1200">
          <a:solidFill>
            <a:schemeClr val="tx1"/>
          </a:solidFill>
          <a:latin typeface="+mn-lt"/>
          <a:ea typeface="+mn-ea"/>
          <a:cs typeface="+mn-cs"/>
        </a:defRPr>
      </a:lvl1pPr>
      <a:lvl2pPr marL="2194085" algn="l" defTabSz="4388166" rtl="0" eaLnBrk="1" latinLnBrk="0" hangingPunct="1">
        <a:defRPr sz="8600" kern="1200">
          <a:solidFill>
            <a:schemeClr val="tx1"/>
          </a:solidFill>
          <a:latin typeface="+mn-lt"/>
          <a:ea typeface="+mn-ea"/>
          <a:cs typeface="+mn-cs"/>
        </a:defRPr>
      </a:lvl2pPr>
      <a:lvl3pPr marL="4388166" algn="l" defTabSz="4388166" rtl="0" eaLnBrk="1" latinLnBrk="0" hangingPunct="1">
        <a:defRPr sz="8600" kern="1200">
          <a:solidFill>
            <a:schemeClr val="tx1"/>
          </a:solidFill>
          <a:latin typeface="+mn-lt"/>
          <a:ea typeface="+mn-ea"/>
          <a:cs typeface="+mn-cs"/>
        </a:defRPr>
      </a:lvl3pPr>
      <a:lvl4pPr marL="6582250" algn="l" defTabSz="4388166" rtl="0" eaLnBrk="1" latinLnBrk="0" hangingPunct="1">
        <a:defRPr sz="8600" kern="1200">
          <a:solidFill>
            <a:schemeClr val="tx1"/>
          </a:solidFill>
          <a:latin typeface="+mn-lt"/>
          <a:ea typeface="+mn-ea"/>
          <a:cs typeface="+mn-cs"/>
        </a:defRPr>
      </a:lvl4pPr>
      <a:lvl5pPr marL="8776332" algn="l" defTabSz="4388166" rtl="0" eaLnBrk="1" latinLnBrk="0" hangingPunct="1">
        <a:defRPr sz="8600" kern="1200">
          <a:solidFill>
            <a:schemeClr val="tx1"/>
          </a:solidFill>
          <a:latin typeface="+mn-lt"/>
          <a:ea typeface="+mn-ea"/>
          <a:cs typeface="+mn-cs"/>
        </a:defRPr>
      </a:lvl5pPr>
      <a:lvl6pPr marL="10970417" algn="l" defTabSz="4388166" rtl="0" eaLnBrk="1" latinLnBrk="0" hangingPunct="1">
        <a:defRPr sz="8600" kern="1200">
          <a:solidFill>
            <a:schemeClr val="tx1"/>
          </a:solidFill>
          <a:latin typeface="+mn-lt"/>
          <a:ea typeface="+mn-ea"/>
          <a:cs typeface="+mn-cs"/>
        </a:defRPr>
      </a:lvl6pPr>
      <a:lvl7pPr marL="13164501" algn="l" defTabSz="4388166" rtl="0" eaLnBrk="1" latinLnBrk="0" hangingPunct="1">
        <a:defRPr sz="8600" kern="1200">
          <a:solidFill>
            <a:schemeClr val="tx1"/>
          </a:solidFill>
          <a:latin typeface="+mn-lt"/>
          <a:ea typeface="+mn-ea"/>
          <a:cs typeface="+mn-cs"/>
        </a:defRPr>
      </a:lvl7pPr>
      <a:lvl8pPr marL="15358582" algn="l" defTabSz="4388166" rtl="0" eaLnBrk="1" latinLnBrk="0" hangingPunct="1">
        <a:defRPr sz="8600" kern="1200">
          <a:solidFill>
            <a:schemeClr val="tx1"/>
          </a:solidFill>
          <a:latin typeface="+mn-lt"/>
          <a:ea typeface="+mn-ea"/>
          <a:cs typeface="+mn-cs"/>
        </a:defRPr>
      </a:lvl8pPr>
      <a:lvl9pPr marL="17552667" algn="l" defTabSz="4388166" rtl="0" eaLnBrk="1" latinLnBrk="0" hangingPunct="1">
        <a:defRPr sz="8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016" userDrawn="1">
          <p15:clr>
            <a:srgbClr val="F26B43"/>
          </p15:clr>
        </p15:guide>
        <p15:guide id="2" orient="horz" pos="3168" userDrawn="1">
          <p15:clr>
            <a:srgbClr val="F26B43"/>
          </p15:clr>
        </p15:guide>
        <p15:guide id="3" orient="horz" pos="2976" userDrawn="1">
          <p15:clr>
            <a:srgbClr val="F26B43"/>
          </p15:clr>
        </p15:guide>
        <p15:guide id="4" orient="horz" pos="192" userDrawn="1">
          <p15:clr>
            <a:srgbClr val="F26B43"/>
          </p15:clr>
        </p15:guide>
        <p15:guide id="5" pos="576" userDrawn="1">
          <p15:clr>
            <a:srgbClr val="F26B43"/>
          </p15:clr>
        </p15:guide>
        <p15:guide id="6" pos="270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val 58">
            <a:extLst>
              <a:ext uri="{FF2B5EF4-FFF2-40B4-BE49-F238E27FC236}">
                <a16:creationId xmlns:a16="http://schemas.microsoft.com/office/drawing/2014/main" id="{46C898C3-2BD5-7E94-4AA5-1BF5CAFF36FE}"/>
              </a:ext>
            </a:extLst>
          </p:cNvPr>
          <p:cNvSpPr/>
          <p:nvPr/>
        </p:nvSpPr>
        <p:spPr>
          <a:xfrm>
            <a:off x="32788971" y="160586"/>
            <a:ext cx="9902195" cy="466879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Text Placeholder 247">
            <a:extLst>
              <a:ext uri="{FF2B5EF4-FFF2-40B4-BE49-F238E27FC236}">
                <a16:creationId xmlns:a16="http://schemas.microsoft.com/office/drawing/2014/main" id="{FCB588C2-E32C-4416-8904-BF8EBC58C324}"/>
              </a:ext>
            </a:extLst>
          </p:cNvPr>
          <p:cNvSpPr>
            <a:spLocks noGrp="1"/>
          </p:cNvSpPr>
          <p:nvPr>
            <p:ph type="body" sz="quarter" idx="11"/>
          </p:nvPr>
        </p:nvSpPr>
        <p:spPr>
          <a:xfrm>
            <a:off x="349488" y="5497684"/>
            <a:ext cx="13446799" cy="830997"/>
          </a:xfrm>
        </p:spPr>
        <p:txBody>
          <a:bodyPr/>
          <a:lstStyle/>
          <a:p>
            <a:r>
              <a:rPr lang="en-US" sz="4800" dirty="0"/>
              <a:t>Introduction</a:t>
            </a:r>
          </a:p>
        </p:txBody>
      </p:sp>
      <p:sp>
        <p:nvSpPr>
          <p:cNvPr id="249" name="Text Placeholder 248">
            <a:extLst>
              <a:ext uri="{FF2B5EF4-FFF2-40B4-BE49-F238E27FC236}">
                <a16:creationId xmlns:a16="http://schemas.microsoft.com/office/drawing/2014/main" id="{E0E9361C-2AB3-4A14-9958-43972D8A2542}"/>
              </a:ext>
            </a:extLst>
          </p:cNvPr>
          <p:cNvSpPr>
            <a:spLocks noGrp="1"/>
          </p:cNvSpPr>
          <p:nvPr>
            <p:ph type="body" sz="quarter" idx="157"/>
          </p:nvPr>
        </p:nvSpPr>
        <p:spPr>
          <a:xfrm>
            <a:off x="271793" y="5806618"/>
            <a:ext cx="13137237" cy="7026539"/>
          </a:xfrm>
        </p:spPr>
        <p:txBody>
          <a:bodyPr/>
          <a:lstStyle/>
          <a:p>
            <a:endParaRPr lang="en-US" sz="3600" b="1" dirty="0"/>
          </a:p>
          <a:p>
            <a:pPr marL="457200" indent="-457200">
              <a:buFont typeface="Arial" panose="020B0604020202020204" pitchFamily="34" charset="0"/>
              <a:buChar char="•"/>
            </a:pPr>
            <a:r>
              <a:rPr lang="en-US" sz="3600" b="1" dirty="0"/>
              <a:t>Different fish stocks have been shown to respond differently to climate change </a:t>
            </a:r>
            <a:r>
              <a:rPr lang="en-US" sz="3600" dirty="0"/>
              <a:t>creating challenges for stock assessors and the fishing industry and a need to forecast effects of climate change on fish stocks. </a:t>
            </a:r>
          </a:p>
          <a:p>
            <a:pPr marL="457200" indent="-457200">
              <a:buFont typeface="Arial" panose="020B0604020202020204" pitchFamily="34" charset="0"/>
              <a:buChar char="•"/>
            </a:pPr>
            <a:r>
              <a:rPr lang="en-US" sz="3600" b="1" dirty="0"/>
              <a:t>Management Strategy Evaluation (MSE) </a:t>
            </a:r>
            <a:r>
              <a:rPr lang="en-US" sz="3600" dirty="0"/>
              <a:t>is a modeling framework that simulates the outcomes of management decisions.</a:t>
            </a:r>
          </a:p>
          <a:p>
            <a:pPr marL="457200" indent="-457200">
              <a:buFont typeface="Arial" panose="020B0604020202020204" pitchFamily="34" charset="0"/>
              <a:buChar char="•"/>
            </a:pPr>
            <a:r>
              <a:rPr lang="en-US" sz="3600" dirty="0"/>
              <a:t>This study’s objectives are to test </a:t>
            </a:r>
            <a:r>
              <a:rPr lang="en-US" sz="3600" b="1" dirty="0"/>
              <a:t>how different projections of environmental covariates in stock assessment affect long-term fishery outcomes.</a:t>
            </a:r>
            <a:endParaRPr lang="en-US" dirty="0"/>
          </a:p>
        </p:txBody>
      </p:sp>
      <p:sp>
        <p:nvSpPr>
          <p:cNvPr id="255" name="Text Placeholder 254">
            <a:extLst>
              <a:ext uri="{FF2B5EF4-FFF2-40B4-BE49-F238E27FC236}">
                <a16:creationId xmlns:a16="http://schemas.microsoft.com/office/drawing/2014/main" id="{268B535F-1908-4E98-A2C6-C4AC9808F41E}"/>
              </a:ext>
            </a:extLst>
          </p:cNvPr>
          <p:cNvSpPr>
            <a:spLocks noGrp="1"/>
          </p:cNvSpPr>
          <p:nvPr>
            <p:ph type="body" sz="quarter" idx="188"/>
          </p:nvPr>
        </p:nvSpPr>
        <p:spPr>
          <a:xfrm>
            <a:off x="13845567" y="6523468"/>
            <a:ext cx="13064653" cy="6915739"/>
          </a:xfrm>
        </p:spPr>
        <p:txBody>
          <a:bodyPr/>
          <a:lstStyle/>
          <a:p>
            <a:pPr marL="457200" indent="-457200">
              <a:buFont typeface="Arial" panose="020B0604020202020204" pitchFamily="34" charset="0"/>
              <a:buChar char="•"/>
            </a:pPr>
            <a:r>
              <a:rPr lang="en-US" sz="3600" dirty="0"/>
              <a:t>Using </a:t>
            </a:r>
            <a:r>
              <a:rPr lang="en-US" sz="3600" b="1" dirty="0"/>
              <a:t>Georges Bank Yellowtail Flounder </a:t>
            </a:r>
            <a:r>
              <a:rPr lang="en-US" sz="3600" dirty="0"/>
              <a:t>(</a:t>
            </a:r>
            <a:r>
              <a:rPr lang="en-US" sz="3600" i="1" dirty="0" err="1"/>
              <a:t>Limanda</a:t>
            </a:r>
            <a:r>
              <a:rPr lang="en-US" sz="3600" i="1" dirty="0"/>
              <a:t> </a:t>
            </a:r>
            <a:r>
              <a:rPr lang="en-US" sz="3600" i="1" dirty="0" err="1"/>
              <a:t>ferruginea</a:t>
            </a:r>
            <a:r>
              <a:rPr lang="en-US" sz="3600" dirty="0"/>
              <a:t>) as a case study, this stock is currently overfished and their recruitment is known to be sensitive to bottom temperature </a:t>
            </a:r>
            <a:r>
              <a:rPr lang="en-US" sz="3600" dirty="0">
                <a:highlight>
                  <a:srgbClr val="FFFF00"/>
                </a:highlight>
              </a:rPr>
              <a:t>(CITE).</a:t>
            </a:r>
          </a:p>
          <a:p>
            <a:pPr marL="457200" indent="-457200">
              <a:buFont typeface="Arial" panose="020B0604020202020204" pitchFamily="34" charset="0"/>
              <a:buChar char="•"/>
            </a:pPr>
            <a:r>
              <a:rPr lang="en-US" sz="3600" dirty="0"/>
              <a:t>We will use </a:t>
            </a:r>
            <a:r>
              <a:rPr lang="en-US" sz="3600" b="1" dirty="0"/>
              <a:t>temperature forecasts from the Modular Ocean Model (MOM6) </a:t>
            </a:r>
            <a:r>
              <a:rPr lang="en-US" sz="3600" dirty="0">
                <a:highlight>
                  <a:srgbClr val="FFFF00"/>
                </a:highlight>
              </a:rPr>
              <a:t>(CITE) </a:t>
            </a:r>
            <a:r>
              <a:rPr lang="en-US" sz="3600" dirty="0"/>
              <a:t>to use as our OM environmental covariate.</a:t>
            </a:r>
            <a:endParaRPr lang="en-US" sz="3600" dirty="0">
              <a:highlight>
                <a:srgbClr val="00FF00"/>
              </a:highlight>
            </a:endParaRPr>
          </a:p>
          <a:p>
            <a:pPr marL="457200" indent="-457200">
              <a:buFont typeface="Arial" panose="020B0604020202020204" pitchFamily="34" charset="0"/>
              <a:buChar char="•"/>
            </a:pPr>
            <a:r>
              <a:rPr lang="en-US" sz="3600" dirty="0"/>
              <a:t>Using the </a:t>
            </a:r>
            <a:r>
              <a:rPr lang="en-US" sz="3600" b="1" dirty="0"/>
              <a:t>Wood’s Hole Assessment Model (WHAM) and the </a:t>
            </a:r>
            <a:r>
              <a:rPr lang="en-US" sz="3600" b="1" dirty="0" err="1"/>
              <a:t>whamMSE</a:t>
            </a:r>
            <a:r>
              <a:rPr lang="en-US" sz="3600" b="1" dirty="0"/>
              <a:t> R package </a:t>
            </a:r>
            <a:r>
              <a:rPr lang="en-US" sz="3600" b="1" dirty="0">
                <a:highlight>
                  <a:srgbClr val="FFFF00"/>
                </a:highlight>
              </a:rPr>
              <a:t>(CITE)</a:t>
            </a:r>
            <a:r>
              <a:rPr lang="en-US" sz="3600" dirty="0">
                <a:highlight>
                  <a:srgbClr val="FFFF00"/>
                </a:highlight>
              </a:rPr>
              <a:t> </a:t>
            </a:r>
            <a:r>
              <a:rPr lang="en-US" sz="3600" dirty="0"/>
              <a:t>We will update these packages such that new temperature data is incorporated with each MSE period, simulating periodic stock assessments.</a:t>
            </a:r>
            <a:endParaRPr lang="en-US" sz="3000" dirty="0"/>
          </a:p>
        </p:txBody>
      </p:sp>
      <p:sp>
        <p:nvSpPr>
          <p:cNvPr id="256" name="Text Placeholder 255">
            <a:extLst>
              <a:ext uri="{FF2B5EF4-FFF2-40B4-BE49-F238E27FC236}">
                <a16:creationId xmlns:a16="http://schemas.microsoft.com/office/drawing/2014/main" id="{78254081-DDFB-4561-97DE-81B54EFD2EAF}"/>
              </a:ext>
            </a:extLst>
          </p:cNvPr>
          <p:cNvSpPr>
            <a:spLocks noGrp="1"/>
          </p:cNvSpPr>
          <p:nvPr>
            <p:ph type="body" sz="quarter" idx="189"/>
          </p:nvPr>
        </p:nvSpPr>
        <p:spPr>
          <a:xfrm>
            <a:off x="28405252" y="5276219"/>
            <a:ext cx="13478796" cy="830997"/>
          </a:xfrm>
        </p:spPr>
        <p:txBody>
          <a:bodyPr/>
          <a:lstStyle/>
          <a:p>
            <a:r>
              <a:rPr lang="en-US" sz="4800" dirty="0"/>
              <a:t>PROJECTIONS</a:t>
            </a:r>
          </a:p>
        </p:txBody>
      </p:sp>
      <p:sp>
        <p:nvSpPr>
          <p:cNvPr id="258" name="Text Placeholder 257">
            <a:extLst>
              <a:ext uri="{FF2B5EF4-FFF2-40B4-BE49-F238E27FC236}">
                <a16:creationId xmlns:a16="http://schemas.microsoft.com/office/drawing/2014/main" id="{76FC5FA2-0A9D-4A86-A759-6AC9024D4CD8}"/>
              </a:ext>
            </a:extLst>
          </p:cNvPr>
          <p:cNvSpPr>
            <a:spLocks noGrp="1"/>
          </p:cNvSpPr>
          <p:nvPr>
            <p:ph type="body" sz="quarter" idx="191"/>
          </p:nvPr>
        </p:nvSpPr>
        <p:spPr>
          <a:xfrm>
            <a:off x="326994" y="14487494"/>
            <a:ext cx="13979748" cy="830997"/>
          </a:xfrm>
        </p:spPr>
        <p:txBody>
          <a:bodyPr/>
          <a:lstStyle/>
          <a:p>
            <a:r>
              <a:rPr lang="en-US" sz="4800" dirty="0"/>
              <a:t>METHODS – MSE PROCESS</a:t>
            </a:r>
          </a:p>
        </p:txBody>
      </p:sp>
      <p:sp>
        <p:nvSpPr>
          <p:cNvPr id="260" name="Text Placeholder 259">
            <a:extLst>
              <a:ext uri="{FF2B5EF4-FFF2-40B4-BE49-F238E27FC236}">
                <a16:creationId xmlns:a16="http://schemas.microsoft.com/office/drawing/2014/main" id="{2B9AEA34-511C-4D46-A919-4AEAF57293A1}"/>
              </a:ext>
            </a:extLst>
          </p:cNvPr>
          <p:cNvSpPr>
            <a:spLocks noGrp="1"/>
          </p:cNvSpPr>
          <p:nvPr>
            <p:ph type="body" sz="quarter" idx="193"/>
          </p:nvPr>
        </p:nvSpPr>
        <p:spPr>
          <a:xfrm>
            <a:off x="45287477" y="2964670"/>
            <a:ext cx="9534959" cy="830997"/>
          </a:xfrm>
        </p:spPr>
        <p:txBody>
          <a:bodyPr/>
          <a:lstStyle/>
          <a:p>
            <a:r>
              <a:rPr lang="en-US" sz="4800" dirty="0"/>
              <a:t>Discussion and future work </a:t>
            </a:r>
          </a:p>
        </p:txBody>
      </p:sp>
      <p:sp>
        <p:nvSpPr>
          <p:cNvPr id="261" name="Text Placeholder 260">
            <a:extLst>
              <a:ext uri="{FF2B5EF4-FFF2-40B4-BE49-F238E27FC236}">
                <a16:creationId xmlns:a16="http://schemas.microsoft.com/office/drawing/2014/main" id="{D30FC00E-DA69-4EDE-AE1F-6147F9476385}"/>
              </a:ext>
            </a:extLst>
          </p:cNvPr>
          <p:cNvSpPr>
            <a:spLocks noGrp="1"/>
          </p:cNvSpPr>
          <p:nvPr>
            <p:ph type="body" sz="quarter" idx="194"/>
          </p:nvPr>
        </p:nvSpPr>
        <p:spPr>
          <a:xfrm>
            <a:off x="44845832" y="14575369"/>
            <a:ext cx="12815577" cy="507831"/>
          </a:xfrm>
        </p:spPr>
        <p:txBody>
          <a:bodyPr/>
          <a:lstStyle/>
          <a:p>
            <a:pPr marL="457200" indent="-457200">
              <a:buFont typeface="Arial" panose="020B0604020202020204" pitchFamily="34" charset="0"/>
              <a:buChar char="•"/>
            </a:pPr>
            <a:r>
              <a:rPr lang="en-US" sz="3000" dirty="0"/>
              <a:t>BLAH BLAH BLAH BLHA</a:t>
            </a:r>
            <a:endParaRPr lang="en-US" sz="3400" dirty="0"/>
          </a:p>
        </p:txBody>
      </p:sp>
      <p:sp>
        <p:nvSpPr>
          <p:cNvPr id="252" name="Text Placeholder 251">
            <a:extLst>
              <a:ext uri="{FF2B5EF4-FFF2-40B4-BE49-F238E27FC236}">
                <a16:creationId xmlns:a16="http://schemas.microsoft.com/office/drawing/2014/main" id="{9A21323A-35E4-48E4-8148-B81DCD10C3A8}"/>
              </a:ext>
            </a:extLst>
          </p:cNvPr>
          <p:cNvSpPr>
            <a:spLocks noGrp="1"/>
          </p:cNvSpPr>
          <p:nvPr>
            <p:ph type="body" sz="quarter" idx="183"/>
          </p:nvPr>
        </p:nvSpPr>
        <p:spPr>
          <a:xfrm>
            <a:off x="1011105" y="493858"/>
            <a:ext cx="34297711" cy="2317750"/>
          </a:xfrm>
        </p:spPr>
        <p:txBody>
          <a:bodyPr>
            <a:normAutofit lnSpcReduction="10000"/>
          </a:bodyPr>
          <a:lstStyle/>
          <a:p>
            <a:r>
              <a:rPr lang="en-US" dirty="0"/>
              <a:t>APPLYING EFFECTIVE ENVIRONMENTAL FORECASTS TO MANAGEMENT STRATEGY EVALUATION OF YELLOWTAIL FLOUNDER</a:t>
            </a:r>
          </a:p>
        </p:txBody>
      </p:sp>
      <p:sp>
        <p:nvSpPr>
          <p:cNvPr id="253" name="Text Placeholder 252">
            <a:extLst>
              <a:ext uri="{FF2B5EF4-FFF2-40B4-BE49-F238E27FC236}">
                <a16:creationId xmlns:a16="http://schemas.microsoft.com/office/drawing/2014/main" id="{0437AAE5-35BE-4F13-8C85-9225E027280F}"/>
              </a:ext>
            </a:extLst>
          </p:cNvPr>
          <p:cNvSpPr>
            <a:spLocks noGrp="1"/>
          </p:cNvSpPr>
          <p:nvPr>
            <p:ph type="body" sz="quarter" idx="184"/>
          </p:nvPr>
        </p:nvSpPr>
        <p:spPr>
          <a:xfrm>
            <a:off x="957488" y="2894734"/>
            <a:ext cx="32798701" cy="1937838"/>
          </a:xfrm>
        </p:spPr>
        <p:txBody>
          <a:bodyPr>
            <a:normAutofit/>
          </a:bodyPr>
          <a:lstStyle/>
          <a:p>
            <a:r>
              <a:rPr lang="en-US" sz="5800" dirty="0"/>
              <a:t>Sophie Wulfing</a:t>
            </a:r>
            <a:r>
              <a:rPr lang="en-US" sz="5800" baseline="30000" dirty="0"/>
              <a:t>1</a:t>
            </a:r>
            <a:r>
              <a:rPr lang="en-US" sz="5800" dirty="0"/>
              <a:t>, Gavin Fay,</a:t>
            </a:r>
            <a:r>
              <a:rPr lang="en-US" sz="5800" baseline="30000" dirty="0"/>
              <a:t>1</a:t>
            </a:r>
            <a:r>
              <a:rPr lang="en-US" sz="5800" dirty="0"/>
              <a:t> Scott I. Large</a:t>
            </a:r>
            <a:r>
              <a:rPr lang="en-US" sz="5800" baseline="30000" dirty="0"/>
              <a:t>2</a:t>
            </a:r>
            <a:r>
              <a:rPr lang="en-US" sz="5800" dirty="0"/>
              <a:t>, Vincent Saba</a:t>
            </a:r>
            <a:r>
              <a:rPr lang="en-US" sz="5800" baseline="30000" dirty="0"/>
              <a:t>2</a:t>
            </a:r>
            <a:endParaRPr lang="en-US" baseline="30000" dirty="0"/>
          </a:p>
          <a:p>
            <a:r>
              <a:rPr lang="en-US" sz="3600" baseline="30000" dirty="0"/>
              <a:t>1</a:t>
            </a:r>
            <a:r>
              <a:rPr lang="en-US" sz="3600" dirty="0"/>
              <a:t>School for Marine Science and Technology, University of Massachusetts Dartmouth, </a:t>
            </a:r>
            <a:r>
              <a:rPr lang="en-US" sz="3600" baseline="30000" dirty="0"/>
              <a:t>2</a:t>
            </a:r>
            <a:r>
              <a:rPr lang="en-US" sz="3600" dirty="0"/>
              <a:t>NOAA Northeast Fisheries Science Center</a:t>
            </a:r>
          </a:p>
        </p:txBody>
      </p:sp>
      <p:sp>
        <p:nvSpPr>
          <p:cNvPr id="29" name="Text Placeholder 259">
            <a:extLst>
              <a:ext uri="{FF2B5EF4-FFF2-40B4-BE49-F238E27FC236}">
                <a16:creationId xmlns:a16="http://schemas.microsoft.com/office/drawing/2014/main" id="{ABD1EDC9-ADF5-CEA3-E800-E479542968F1}"/>
              </a:ext>
            </a:extLst>
          </p:cNvPr>
          <p:cNvSpPr txBox="1">
            <a:spLocks/>
          </p:cNvSpPr>
          <p:nvPr/>
        </p:nvSpPr>
        <p:spPr>
          <a:xfrm>
            <a:off x="29253487" y="27993527"/>
            <a:ext cx="13437679" cy="1717393"/>
          </a:xfrm>
          <a:prstGeom prst="rect">
            <a:avLst/>
          </a:prstGeom>
          <a:noFill/>
        </p:spPr>
        <p:txBody>
          <a:bodyPr wrap="square" lIns="91421" tIns="45720" rIns="91421" bIns="45720" anchor="ctr" anchorCtr="0">
            <a:spAutoFit/>
          </a:bodyPr>
          <a:lstStyle>
            <a:lvl1pPr marL="0" indent="0" algn="l" defTabSz="4388166" rtl="0" eaLnBrk="1" latinLnBrk="0" hangingPunct="1">
              <a:spcBef>
                <a:spcPct val="20000"/>
              </a:spcBef>
              <a:buFont typeface="Arial" pitchFamily="34" charset="0"/>
              <a:buNone/>
              <a:defRPr sz="3600" b="0" u="none" kern="1200" cap="all" baseline="0">
                <a:solidFill>
                  <a:srgbClr val="004A8D"/>
                </a:solidFill>
                <a:latin typeface="Franklin Gothic Medium" panose="020B0603020102020204" pitchFamily="34" charset="0"/>
                <a:ea typeface="+mn-ea"/>
                <a:cs typeface="+mn-cs"/>
              </a:defRPr>
            </a:lvl1pPr>
            <a:lvl2pPr marL="3565385" indent="-1371302" algn="l" defTabSz="4388166"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5208" indent="-1097042" algn="l" defTabSz="4388166"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79292"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337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4800" dirty="0"/>
              <a:t>References</a:t>
            </a:r>
          </a:p>
          <a:p>
            <a:endParaRPr lang="en-US" sz="4800" dirty="0"/>
          </a:p>
        </p:txBody>
      </p:sp>
      <p:sp>
        <p:nvSpPr>
          <p:cNvPr id="14" name="Text Placeholder 13">
            <a:extLst>
              <a:ext uri="{FF2B5EF4-FFF2-40B4-BE49-F238E27FC236}">
                <a16:creationId xmlns:a16="http://schemas.microsoft.com/office/drawing/2014/main" id="{495155DF-913C-FF1B-75EE-3613C6CE12B8}"/>
              </a:ext>
            </a:extLst>
          </p:cNvPr>
          <p:cNvSpPr>
            <a:spLocks noGrp="1"/>
          </p:cNvSpPr>
          <p:nvPr>
            <p:ph type="body" sz="quarter" idx="192"/>
          </p:nvPr>
        </p:nvSpPr>
        <p:spPr>
          <a:xfrm>
            <a:off x="503874" y="31621164"/>
            <a:ext cx="26406345" cy="600164"/>
          </a:xfrm>
        </p:spPr>
        <p:txBody>
          <a:bodyPr/>
          <a:lstStyle/>
          <a:p>
            <a:r>
              <a:rPr lang="en-US" sz="3600" dirty="0"/>
              <a:t>Figure 2: Visualization of the MSE process used in our analysis</a:t>
            </a:r>
          </a:p>
        </p:txBody>
      </p:sp>
      <p:pic>
        <p:nvPicPr>
          <p:cNvPr id="8" name="Picture 7">
            <a:extLst>
              <a:ext uri="{FF2B5EF4-FFF2-40B4-BE49-F238E27FC236}">
                <a16:creationId xmlns:a16="http://schemas.microsoft.com/office/drawing/2014/main" id="{A4784467-29C4-A30F-CEF3-C647BD148C38}"/>
              </a:ext>
            </a:extLst>
          </p:cNvPr>
          <p:cNvPicPr>
            <a:picLocks noChangeAspect="1"/>
          </p:cNvPicPr>
          <p:nvPr/>
        </p:nvPicPr>
        <p:blipFill>
          <a:blip r:embed="rId2"/>
          <a:stretch>
            <a:fillRect/>
          </a:stretch>
        </p:blipFill>
        <p:spPr>
          <a:xfrm>
            <a:off x="14306742" y="14496826"/>
            <a:ext cx="12471141" cy="8105438"/>
          </a:xfrm>
          <a:prstGeom prst="rect">
            <a:avLst/>
          </a:prstGeom>
        </p:spPr>
      </p:pic>
      <p:sp>
        <p:nvSpPr>
          <p:cNvPr id="3" name="Text Placeholder 2">
            <a:extLst>
              <a:ext uri="{FF2B5EF4-FFF2-40B4-BE49-F238E27FC236}">
                <a16:creationId xmlns:a16="http://schemas.microsoft.com/office/drawing/2014/main" id="{4BF49E27-D05C-038D-9436-606C8805964E}"/>
              </a:ext>
            </a:extLst>
          </p:cNvPr>
          <p:cNvSpPr>
            <a:spLocks noGrp="1"/>
          </p:cNvSpPr>
          <p:nvPr>
            <p:ph type="body" sz="quarter" idx="165"/>
          </p:nvPr>
        </p:nvSpPr>
        <p:spPr>
          <a:xfrm>
            <a:off x="14053621" y="5472926"/>
            <a:ext cx="13478557" cy="830997"/>
          </a:xfrm>
        </p:spPr>
        <p:txBody>
          <a:bodyPr/>
          <a:lstStyle/>
          <a:p>
            <a:r>
              <a:rPr lang="en-US" sz="4800" dirty="0"/>
              <a:t>METHODS – DATA </a:t>
            </a:r>
          </a:p>
        </p:txBody>
      </p:sp>
      <p:sp>
        <p:nvSpPr>
          <p:cNvPr id="15" name="Text Placeholder 254">
            <a:extLst>
              <a:ext uri="{FF2B5EF4-FFF2-40B4-BE49-F238E27FC236}">
                <a16:creationId xmlns:a16="http://schemas.microsoft.com/office/drawing/2014/main" id="{200B346D-4FDB-590F-820F-87B35D9083D5}"/>
              </a:ext>
            </a:extLst>
          </p:cNvPr>
          <p:cNvSpPr txBox="1">
            <a:spLocks/>
          </p:cNvSpPr>
          <p:nvPr/>
        </p:nvSpPr>
        <p:spPr>
          <a:xfrm>
            <a:off x="28595752" y="17026924"/>
            <a:ext cx="13064653" cy="11126123"/>
          </a:xfrm>
          <a:prstGeom prst="rect">
            <a:avLst/>
          </a:prstGeom>
        </p:spPr>
        <p:txBody>
          <a:bodyPr wrap="square" lIns="91440" tIns="45720" rIns="91440" bIns="0">
            <a:spAutoFit/>
          </a:bodyPr>
          <a:lstStyle>
            <a:lvl1pPr marL="0" indent="0" algn="l" defTabSz="4388166" rtl="0" eaLnBrk="1" latinLnBrk="0" hangingPunct="1">
              <a:spcBef>
                <a:spcPct val="20000"/>
              </a:spcBef>
              <a:buFontTx/>
              <a:buNone/>
              <a:defRPr sz="2800" b="0" kern="1200" spc="198" baseline="0">
                <a:solidFill>
                  <a:schemeClr val="tx1"/>
                </a:solidFill>
                <a:latin typeface="Avenir Next LT Pro" panose="020B0504020202020204" pitchFamily="34" charset="0"/>
                <a:ea typeface="+mn-ea"/>
                <a:cs typeface="Arial" panose="020B0604020202020204" pitchFamily="34" charset="0"/>
              </a:defRPr>
            </a:lvl1pPr>
            <a:lvl2pPr marL="667227" indent="-248603"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2pPr>
            <a:lvl3pPr marL="1132999" indent="-201454"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3pPr>
            <a:lvl4pPr marL="1754505" indent="-311468"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4pPr>
            <a:lvl5pPr marL="2313147" indent="-285750"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457200" indent="-457200">
              <a:buFont typeface="Arial" panose="020B0604020202020204" pitchFamily="34" charset="0"/>
              <a:buChar char="•"/>
            </a:pPr>
            <a:r>
              <a:rPr lang="en-US" sz="3600" b="1" dirty="0"/>
              <a:t>OM Projection – </a:t>
            </a:r>
            <a:r>
              <a:rPr lang="en-US" sz="3600" dirty="0"/>
              <a:t>Operating Model. This is the “real” condition of the fishery that will be used to simulate stock growth and ocean conditions. The estimation models will update bottom temperatures from the OM every MSE period.</a:t>
            </a:r>
            <a:endParaRPr lang="en-US" sz="3600" b="1" dirty="0"/>
          </a:p>
          <a:p>
            <a:pPr marL="457200" indent="-457200">
              <a:buFont typeface="Arial" panose="020B0604020202020204" pitchFamily="34" charset="0"/>
              <a:buChar char="•"/>
            </a:pPr>
            <a:r>
              <a:rPr lang="en-US" sz="3600" b="1" dirty="0"/>
              <a:t>AR1</a:t>
            </a:r>
            <a:r>
              <a:rPr lang="en-US" sz="3600" dirty="0"/>
              <a:t> – </a:t>
            </a:r>
            <a:r>
              <a:rPr lang="en-US" sz="3600" dirty="0" err="1"/>
              <a:t>AutoRegressive</a:t>
            </a:r>
            <a:r>
              <a:rPr lang="en-US" sz="3600" dirty="0"/>
              <a:t>(1) estimation process uses a linear regression of the current values of the time series on the previous value. This is an automatic setting in the </a:t>
            </a:r>
            <a:r>
              <a:rPr lang="en-US" sz="3600" dirty="0" err="1"/>
              <a:t>WhamMSE</a:t>
            </a:r>
            <a:r>
              <a:rPr lang="en-US" sz="3600" dirty="0"/>
              <a:t> package.</a:t>
            </a:r>
          </a:p>
          <a:p>
            <a:pPr marL="457200" indent="-457200">
              <a:buFont typeface="Arial" panose="020B0604020202020204" pitchFamily="34" charset="0"/>
              <a:buChar char="•"/>
            </a:pPr>
            <a:r>
              <a:rPr lang="en-US" sz="3600" b="1" dirty="0" err="1"/>
              <a:t>RecWind</a:t>
            </a:r>
            <a:r>
              <a:rPr lang="en-US" sz="3600" dirty="0"/>
              <a:t> – Recent Window. This projection uses the average temperature from the last five years as its projection</a:t>
            </a:r>
            <a:endParaRPr lang="en-US" sz="3600" b="1" dirty="0"/>
          </a:p>
          <a:p>
            <a:pPr marL="457200" indent="-457200">
              <a:buFont typeface="Arial" panose="020B0604020202020204" pitchFamily="34" charset="0"/>
              <a:buChar char="•"/>
            </a:pPr>
            <a:r>
              <a:rPr lang="en-US" sz="3600" b="1" dirty="0" err="1"/>
              <a:t>HistAvg</a:t>
            </a:r>
            <a:r>
              <a:rPr lang="en-US" sz="3600" dirty="0"/>
              <a:t> – Historical Average. Uses the average of the whole data series</a:t>
            </a:r>
            <a:endParaRPr lang="en-US" sz="3600" b="1" dirty="0"/>
          </a:p>
          <a:p>
            <a:pPr marL="457200" indent="-457200">
              <a:buFont typeface="Arial" panose="020B0604020202020204" pitchFamily="34" charset="0"/>
              <a:buChar char="•"/>
            </a:pPr>
            <a:r>
              <a:rPr lang="en-US" sz="3600" b="1" dirty="0" err="1"/>
              <a:t>RecTrend</a:t>
            </a:r>
            <a:r>
              <a:rPr lang="en-US" sz="3600" dirty="0"/>
              <a:t> – Recent Trend. This projection uses the linear regression of last five years of temperature data to project temperature.</a:t>
            </a:r>
            <a:endParaRPr lang="en-US" sz="3600" b="1" dirty="0"/>
          </a:p>
          <a:p>
            <a:pPr marL="457200" indent="-457200">
              <a:buFont typeface="Arial" panose="020B0604020202020204" pitchFamily="34" charset="0"/>
              <a:buChar char="•"/>
            </a:pPr>
            <a:r>
              <a:rPr lang="en-US" sz="3600" b="1" dirty="0" err="1"/>
              <a:t>NoTemp</a:t>
            </a:r>
            <a:r>
              <a:rPr lang="en-US" sz="3600" dirty="0"/>
              <a:t> – No temperature (not pictured). No Environmental covariate is used in this projection.</a:t>
            </a:r>
          </a:p>
        </p:txBody>
      </p:sp>
      <p:sp>
        <p:nvSpPr>
          <p:cNvPr id="19" name="Text Placeholder 18">
            <a:extLst>
              <a:ext uri="{FF2B5EF4-FFF2-40B4-BE49-F238E27FC236}">
                <a16:creationId xmlns:a16="http://schemas.microsoft.com/office/drawing/2014/main" id="{DAF6EF70-63F4-4B39-46B1-01755D6FABBA}"/>
              </a:ext>
            </a:extLst>
          </p:cNvPr>
          <p:cNvSpPr>
            <a:spLocks noGrp="1"/>
          </p:cNvSpPr>
          <p:nvPr>
            <p:ph type="body" sz="quarter" idx="187"/>
          </p:nvPr>
        </p:nvSpPr>
        <p:spPr>
          <a:xfrm>
            <a:off x="503875" y="24081596"/>
            <a:ext cx="13433269" cy="646331"/>
          </a:xfrm>
        </p:spPr>
        <p:txBody>
          <a:bodyPr/>
          <a:lstStyle/>
          <a:p>
            <a:endParaRPr lang="en-US" dirty="0"/>
          </a:p>
        </p:txBody>
      </p:sp>
      <p:sp>
        <p:nvSpPr>
          <p:cNvPr id="24" name="TextBox 23">
            <a:extLst>
              <a:ext uri="{FF2B5EF4-FFF2-40B4-BE49-F238E27FC236}">
                <a16:creationId xmlns:a16="http://schemas.microsoft.com/office/drawing/2014/main" id="{CCD79362-9C34-1074-E795-B5161D29B322}"/>
              </a:ext>
            </a:extLst>
          </p:cNvPr>
          <p:cNvSpPr txBox="1"/>
          <p:nvPr/>
        </p:nvSpPr>
        <p:spPr>
          <a:xfrm>
            <a:off x="30951604" y="5846986"/>
            <a:ext cx="2642903" cy="646331"/>
          </a:xfrm>
          <a:prstGeom prst="rect">
            <a:avLst/>
          </a:prstGeom>
          <a:noFill/>
        </p:spPr>
        <p:txBody>
          <a:bodyPr wrap="none" rtlCol="0">
            <a:spAutoFit/>
          </a:bodyPr>
          <a:lstStyle/>
          <a:p>
            <a:r>
              <a:rPr lang="en-US" sz="3600" dirty="0">
                <a:latin typeface="Avenir Next LT Pro" panose="020B0504020202020204" pitchFamily="34" charset="0"/>
              </a:rPr>
              <a:t>Data Period</a:t>
            </a:r>
          </a:p>
        </p:txBody>
      </p:sp>
      <p:sp>
        <p:nvSpPr>
          <p:cNvPr id="25" name="TextBox 24">
            <a:extLst>
              <a:ext uri="{FF2B5EF4-FFF2-40B4-BE49-F238E27FC236}">
                <a16:creationId xmlns:a16="http://schemas.microsoft.com/office/drawing/2014/main" id="{0BC2592E-94F0-E150-987D-47C6727C97C0}"/>
              </a:ext>
            </a:extLst>
          </p:cNvPr>
          <p:cNvSpPr txBox="1"/>
          <p:nvPr/>
        </p:nvSpPr>
        <p:spPr>
          <a:xfrm>
            <a:off x="36239593" y="5846986"/>
            <a:ext cx="3766287" cy="646331"/>
          </a:xfrm>
          <a:prstGeom prst="rect">
            <a:avLst/>
          </a:prstGeom>
          <a:noFill/>
        </p:spPr>
        <p:txBody>
          <a:bodyPr wrap="none" rtlCol="0">
            <a:spAutoFit/>
          </a:bodyPr>
          <a:lstStyle/>
          <a:p>
            <a:r>
              <a:rPr lang="en-US" sz="3600" dirty="0">
                <a:latin typeface="Avenir Next LT Pro" panose="020B0504020202020204" pitchFamily="34" charset="0"/>
              </a:rPr>
              <a:t>Projection Period</a:t>
            </a:r>
          </a:p>
        </p:txBody>
      </p:sp>
      <p:sp>
        <p:nvSpPr>
          <p:cNvPr id="26" name="Text Placeholder 260">
            <a:extLst>
              <a:ext uri="{FF2B5EF4-FFF2-40B4-BE49-F238E27FC236}">
                <a16:creationId xmlns:a16="http://schemas.microsoft.com/office/drawing/2014/main" id="{20B8A20B-326A-DC3E-D441-EC955DB80FAD}"/>
              </a:ext>
            </a:extLst>
          </p:cNvPr>
          <p:cNvSpPr txBox="1">
            <a:spLocks/>
          </p:cNvSpPr>
          <p:nvPr/>
        </p:nvSpPr>
        <p:spPr>
          <a:xfrm>
            <a:off x="29068471" y="28600232"/>
            <a:ext cx="12815577" cy="3671774"/>
          </a:xfrm>
          <a:prstGeom prst="rect">
            <a:avLst/>
          </a:prstGeom>
        </p:spPr>
        <p:txBody>
          <a:bodyPr wrap="square" lIns="91440" tIns="45720" rIns="91440" bIns="0">
            <a:spAutoFit/>
          </a:bodyPr>
          <a:lstStyle>
            <a:lvl1pPr marL="0" indent="0" algn="l" defTabSz="4388166" rtl="0" eaLnBrk="1" latinLnBrk="0" hangingPunct="1">
              <a:spcBef>
                <a:spcPct val="20000"/>
              </a:spcBef>
              <a:buFontTx/>
              <a:buNone/>
              <a:defRPr sz="2800" b="0" kern="1200" spc="198" baseline="0">
                <a:solidFill>
                  <a:schemeClr val="tx1"/>
                </a:solidFill>
                <a:latin typeface="Avenir Next LT Pro" panose="020B0504020202020204" pitchFamily="34" charset="0"/>
                <a:ea typeface="+mn-ea"/>
                <a:cs typeface="Arial" panose="020B0604020202020204" pitchFamily="34" charset="0"/>
              </a:defRPr>
            </a:lvl1pPr>
            <a:lvl2pPr marL="667227" indent="-248603"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2pPr>
            <a:lvl3pPr marL="1132999" indent="-201454"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3pPr>
            <a:lvl4pPr marL="1754505" indent="-311468"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4pPr>
            <a:lvl5pPr marL="2313147" indent="-285750"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sz="1400" dirty="0">
              <a:solidFill>
                <a:srgbClr val="000000"/>
              </a:solidFill>
              <a:highlight>
                <a:srgbClr val="FFFF00"/>
              </a:highlight>
              <a:latin typeface="Avenir Next LT Pro" panose="020B0504020202020204" pitchFamily="34" charset="77"/>
            </a:endParaRPr>
          </a:p>
          <a:p>
            <a:pPr marL="457200" indent="-457200">
              <a:buFont typeface="Arial" panose="020B0604020202020204" pitchFamily="34" charset="0"/>
              <a:buChar char="•"/>
            </a:pPr>
            <a:r>
              <a:rPr lang="en-US" sz="1400" dirty="0">
                <a:highlight>
                  <a:srgbClr val="FFFF00"/>
                </a:highlight>
              </a:rPr>
              <a:t>Carr‐Harris, A. (2022). Summer Flounder recreational demand model: Overview, data, and methods.</a:t>
            </a:r>
            <a:r>
              <a:rPr lang="en-US" sz="1400" dirty="0">
                <a:solidFill>
                  <a:srgbClr val="000000"/>
                </a:solidFill>
                <a:highlight>
                  <a:srgbClr val="FFFF00"/>
                </a:highlight>
                <a:latin typeface="Avenir Next LT Pro" panose="020B0504020202020204" pitchFamily="34" charset="77"/>
              </a:rPr>
              <a:t> </a:t>
            </a:r>
          </a:p>
          <a:p>
            <a:pPr marL="457200" indent="-457200">
              <a:buFont typeface="Arial" panose="020B0604020202020204" pitchFamily="34" charset="0"/>
              <a:buChar char="•"/>
            </a:pPr>
            <a:r>
              <a:rPr lang="en-US" sz="1400" dirty="0">
                <a:solidFill>
                  <a:srgbClr val="000000"/>
                </a:solidFill>
                <a:highlight>
                  <a:srgbClr val="FFFF00"/>
                </a:highlight>
                <a:latin typeface="Avenir Next LT Pro" panose="020B0504020202020204" pitchFamily="34" charset="77"/>
              </a:rPr>
              <a:t>Moore, C. M. (2022). EAFM Recreational Summer Flounder Management Strategy Evaluation. Mid-Atlantic Fishery Management Council </a:t>
            </a:r>
            <a:r>
              <a:rPr lang="en-US" sz="1400" dirty="0">
                <a:highlight>
                  <a:srgbClr val="FFFF00"/>
                </a:highlight>
                <a:latin typeface="Avenir Next LT Pro" panose="020B0504020202020204" pitchFamily="34" charset="77"/>
              </a:rPr>
              <a:t> </a:t>
            </a:r>
          </a:p>
          <a:p>
            <a:pPr marL="457200" indent="-457200">
              <a:buFont typeface="Arial" panose="020B0604020202020204" pitchFamily="34" charset="0"/>
              <a:buChar char="•"/>
            </a:pPr>
            <a:r>
              <a:rPr lang="en-US" sz="1400" dirty="0">
                <a:highlight>
                  <a:srgbClr val="FFFF00"/>
                </a:highlight>
                <a:latin typeface="Avenir Next LT Pro" panose="020B0504020202020204" pitchFamily="34" charset="77"/>
              </a:rPr>
              <a:t>Muffley, B., </a:t>
            </a:r>
            <a:r>
              <a:rPr lang="en-US" sz="1400" dirty="0" err="1">
                <a:highlight>
                  <a:srgbClr val="FFFF00"/>
                </a:highlight>
                <a:latin typeface="Avenir Next LT Pro" panose="020B0504020202020204" pitchFamily="34" charset="77"/>
              </a:rPr>
              <a:t>Gaichas</a:t>
            </a:r>
            <a:r>
              <a:rPr lang="en-US" sz="1400" dirty="0">
                <a:highlight>
                  <a:srgbClr val="FFFF00"/>
                </a:highlight>
                <a:latin typeface="Avenir Next LT Pro" panose="020B0504020202020204" pitchFamily="34" charset="77"/>
              </a:rPr>
              <a:t>, S., </a:t>
            </a:r>
            <a:r>
              <a:rPr lang="en-US" sz="1400" dirty="0" err="1">
                <a:highlight>
                  <a:srgbClr val="FFFF00"/>
                </a:highlight>
                <a:latin typeface="Avenir Next LT Pro" panose="020B0504020202020204" pitchFamily="34" charset="77"/>
              </a:rPr>
              <a:t>DePiper</a:t>
            </a:r>
            <a:r>
              <a:rPr lang="en-US" sz="1400" dirty="0">
                <a:highlight>
                  <a:srgbClr val="FFFF00"/>
                </a:highlight>
                <a:latin typeface="Avenir Next LT Pro" panose="020B0504020202020204" pitchFamily="34" charset="77"/>
              </a:rPr>
              <a:t>, G., Seagraves, R., &amp; Lucey, S. (2021). There is no I in EAFM adapting integrated ecosystem assessment for mid-</a:t>
            </a:r>
            <a:r>
              <a:rPr lang="en-US" sz="1400" dirty="0" err="1">
                <a:highlight>
                  <a:srgbClr val="FFFF00"/>
                </a:highlight>
                <a:latin typeface="Avenir Next LT Pro" panose="020B0504020202020204" pitchFamily="34" charset="77"/>
              </a:rPr>
              <a:t>atlantic</a:t>
            </a:r>
            <a:r>
              <a:rPr lang="en-US" sz="1400" dirty="0">
                <a:highlight>
                  <a:srgbClr val="FFFF00"/>
                </a:highlight>
                <a:latin typeface="Avenir Next LT Pro" panose="020B0504020202020204" pitchFamily="34" charset="77"/>
              </a:rPr>
              <a:t> fisheries management. </a:t>
            </a:r>
            <a:r>
              <a:rPr lang="en-US" sz="1400" i="1" dirty="0">
                <a:highlight>
                  <a:srgbClr val="FFFF00"/>
                </a:highlight>
                <a:latin typeface="Avenir Next LT Pro" panose="020B0504020202020204" pitchFamily="34" charset="77"/>
              </a:rPr>
              <a:t>Coastal management</a:t>
            </a:r>
            <a:r>
              <a:rPr lang="en-US" sz="1400" dirty="0">
                <a:highlight>
                  <a:srgbClr val="FFFF00"/>
                </a:highlight>
                <a:latin typeface="Avenir Next LT Pro" panose="020B0504020202020204" pitchFamily="34" charset="77"/>
              </a:rPr>
              <a:t>, </a:t>
            </a:r>
            <a:r>
              <a:rPr lang="en-US" sz="1400" i="1" dirty="0">
                <a:highlight>
                  <a:srgbClr val="FFFF00"/>
                </a:highlight>
                <a:latin typeface="Avenir Next LT Pro" panose="020B0504020202020204" pitchFamily="34" charset="77"/>
              </a:rPr>
              <a:t>49</a:t>
            </a:r>
            <a:r>
              <a:rPr lang="en-US" sz="1400" dirty="0">
                <a:highlight>
                  <a:srgbClr val="FFFF00"/>
                </a:highlight>
                <a:latin typeface="Avenir Next LT Pro" panose="020B0504020202020204" pitchFamily="34" charset="77"/>
              </a:rPr>
              <a:t>(1), 90-106.</a:t>
            </a:r>
          </a:p>
          <a:p>
            <a:pPr marL="457200" indent="-457200">
              <a:buFont typeface="Arial" panose="020B0604020202020204" pitchFamily="34" charset="0"/>
              <a:buChar char="•"/>
            </a:pPr>
            <a:r>
              <a:rPr lang="en-US" sz="1400" dirty="0">
                <a:highlight>
                  <a:srgbClr val="FFFF00"/>
                </a:highlight>
              </a:rPr>
              <a:t>Pedersen, E. J., Miller, D. L., Simpson, G. L., &amp; Ross, N. (2019). Hierarchical generalized additive models in ecology: an introduction with </a:t>
            </a:r>
            <a:r>
              <a:rPr lang="en-US" sz="1400" dirty="0" err="1">
                <a:highlight>
                  <a:srgbClr val="FFFF00"/>
                </a:highlight>
              </a:rPr>
              <a:t>mgcv</a:t>
            </a:r>
            <a:r>
              <a:rPr lang="en-US" sz="1400" dirty="0">
                <a:highlight>
                  <a:srgbClr val="FFFF00"/>
                </a:highlight>
              </a:rPr>
              <a:t>. </a:t>
            </a:r>
            <a:r>
              <a:rPr lang="en-US" sz="1400" i="1" dirty="0" err="1">
                <a:highlight>
                  <a:srgbClr val="FFFF00"/>
                </a:highlight>
              </a:rPr>
              <a:t>PeerJ</a:t>
            </a:r>
            <a:r>
              <a:rPr lang="en-US" sz="1400" dirty="0">
                <a:highlight>
                  <a:srgbClr val="FFFF00"/>
                </a:highlight>
              </a:rPr>
              <a:t>, </a:t>
            </a:r>
            <a:r>
              <a:rPr lang="en-US" sz="1400" i="1" dirty="0">
                <a:highlight>
                  <a:srgbClr val="FFFF00"/>
                </a:highlight>
              </a:rPr>
              <a:t>7</a:t>
            </a:r>
            <a:r>
              <a:rPr lang="en-US" sz="1400" dirty="0">
                <a:highlight>
                  <a:srgbClr val="FFFF00"/>
                </a:highlight>
              </a:rPr>
              <a:t>, e6876.</a:t>
            </a:r>
            <a:endParaRPr lang="en-US" sz="1400" dirty="0">
              <a:highlight>
                <a:srgbClr val="FFFF00"/>
              </a:highlight>
              <a:latin typeface="Avenir Next LT Pro" panose="020B0504020202020204" pitchFamily="34" charset="77"/>
            </a:endParaRPr>
          </a:p>
          <a:p>
            <a:pPr marL="457200" indent="-457200">
              <a:buFont typeface="Arial" panose="020B0604020202020204" pitchFamily="34" charset="0"/>
              <a:buChar char="•"/>
            </a:pPr>
            <a:r>
              <a:rPr lang="en-US" sz="1400" dirty="0">
                <a:highlight>
                  <a:srgbClr val="FFFF00"/>
                </a:highlight>
                <a:latin typeface="Avenir Next LT Pro" panose="020B0504020202020204" pitchFamily="34" charset="77"/>
              </a:rPr>
              <a:t>Punt, A. E., Butterworth, D. S., de Moor, C. L., De Oliveira, J. A., &amp; Haddon, M. (2016). Management strategy evaluation: best practices. </a:t>
            </a:r>
            <a:r>
              <a:rPr lang="en-US" sz="1400" i="1" dirty="0">
                <a:highlight>
                  <a:srgbClr val="FFFF00"/>
                </a:highlight>
                <a:latin typeface="Avenir Next LT Pro" panose="020B0504020202020204" pitchFamily="34" charset="77"/>
              </a:rPr>
              <a:t>Fish and fisheries</a:t>
            </a:r>
            <a:r>
              <a:rPr lang="en-US" sz="1400" dirty="0">
                <a:highlight>
                  <a:srgbClr val="FFFF00"/>
                </a:highlight>
                <a:latin typeface="Avenir Next LT Pro" panose="020B0504020202020204" pitchFamily="34" charset="77"/>
              </a:rPr>
              <a:t>, </a:t>
            </a:r>
            <a:r>
              <a:rPr lang="en-US" sz="1400" i="1" dirty="0">
                <a:highlight>
                  <a:srgbClr val="FFFF00"/>
                </a:highlight>
                <a:latin typeface="Avenir Next LT Pro" panose="020B0504020202020204" pitchFamily="34" charset="77"/>
              </a:rPr>
              <a:t>17</a:t>
            </a:r>
            <a:r>
              <a:rPr lang="en-US" sz="1400" dirty="0">
                <a:highlight>
                  <a:srgbClr val="FFFF00"/>
                </a:highlight>
                <a:latin typeface="Avenir Next LT Pro" panose="020B0504020202020204" pitchFamily="34" charset="77"/>
              </a:rPr>
              <a:t>(2), 303-334.</a:t>
            </a:r>
          </a:p>
          <a:p>
            <a:pPr marL="457200" indent="-457200">
              <a:buFont typeface="Arial" panose="020B0604020202020204" pitchFamily="34" charset="0"/>
              <a:buChar char="•"/>
            </a:pPr>
            <a:endParaRPr lang="en-US" sz="3400" dirty="0"/>
          </a:p>
          <a:p>
            <a:pPr marL="457200" indent="-457200">
              <a:buFont typeface="Arial" panose="020B0604020202020204" pitchFamily="34" charset="0"/>
              <a:buChar char="•"/>
            </a:pPr>
            <a:endParaRPr lang="en-US" sz="3400" dirty="0"/>
          </a:p>
        </p:txBody>
      </p:sp>
      <p:pic>
        <p:nvPicPr>
          <p:cNvPr id="1026" name="Picture 2" descr="Right-facing, right-eyed yellowtail flounder fish illustration. This flatfish has a reddish brown body with rusty red spots and yellow fins. Credit: NOAA Fisheries/Jack Hornady">
            <a:extLst>
              <a:ext uri="{FF2B5EF4-FFF2-40B4-BE49-F238E27FC236}">
                <a16:creationId xmlns:a16="http://schemas.microsoft.com/office/drawing/2014/main" id="{7DB3728C-3AB4-937A-5A08-62986E8C4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3561" y="-538221"/>
            <a:ext cx="8585516" cy="573083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45">
            <a:extLst>
              <a:ext uri="{FF2B5EF4-FFF2-40B4-BE49-F238E27FC236}">
                <a16:creationId xmlns:a16="http://schemas.microsoft.com/office/drawing/2014/main" id="{392B3269-EC23-5019-DE38-805D731F82F9}"/>
              </a:ext>
            </a:extLst>
          </p:cNvPr>
          <p:cNvSpPr/>
          <p:nvPr/>
        </p:nvSpPr>
        <p:spPr>
          <a:xfrm>
            <a:off x="539026" y="24111600"/>
            <a:ext cx="27550350" cy="5967060"/>
          </a:xfrm>
          <a:prstGeom prst="rect">
            <a:avLst/>
          </a:prstGeom>
          <a:solidFill>
            <a:schemeClr val="accent1">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Arrow: Right 49">
            <a:extLst>
              <a:ext uri="{FF2B5EF4-FFF2-40B4-BE49-F238E27FC236}">
                <a16:creationId xmlns:a16="http://schemas.microsoft.com/office/drawing/2014/main" id="{9662C418-2A8C-2928-CD19-04EAE69A5CA1}"/>
              </a:ext>
            </a:extLst>
          </p:cNvPr>
          <p:cNvSpPr/>
          <p:nvPr/>
        </p:nvSpPr>
        <p:spPr>
          <a:xfrm>
            <a:off x="413056" y="29781499"/>
            <a:ext cx="27787373" cy="2240109"/>
          </a:xfrm>
          <a:prstGeom prst="rightArrow">
            <a:avLst/>
          </a:prstGeom>
          <a:solidFill>
            <a:schemeClr val="bg2">
              <a:lumMod val="2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5100" dirty="0"/>
              <a:t>OM Projection</a:t>
            </a:r>
          </a:p>
        </p:txBody>
      </p:sp>
      <p:cxnSp>
        <p:nvCxnSpPr>
          <p:cNvPr id="54" name="Straight Connector 53">
            <a:extLst>
              <a:ext uri="{FF2B5EF4-FFF2-40B4-BE49-F238E27FC236}">
                <a16:creationId xmlns:a16="http://schemas.microsoft.com/office/drawing/2014/main" id="{9D5FD4EF-5BAF-E0FD-CD5E-4E1866A9F53B}"/>
              </a:ext>
            </a:extLst>
          </p:cNvPr>
          <p:cNvCxnSpPr>
            <a:cxnSpLocks/>
          </p:cNvCxnSpPr>
          <p:nvPr/>
        </p:nvCxnSpPr>
        <p:spPr>
          <a:xfrm>
            <a:off x="14321880" y="24982067"/>
            <a:ext cx="0" cy="5052594"/>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 Placeholder 248">
            <a:extLst>
              <a:ext uri="{FF2B5EF4-FFF2-40B4-BE49-F238E27FC236}">
                <a16:creationId xmlns:a16="http://schemas.microsoft.com/office/drawing/2014/main" id="{4480B8B0-429A-64D0-DADB-219B3E3B4170}"/>
              </a:ext>
            </a:extLst>
          </p:cNvPr>
          <p:cNvSpPr txBox="1">
            <a:spLocks/>
          </p:cNvSpPr>
          <p:nvPr/>
        </p:nvSpPr>
        <p:spPr>
          <a:xfrm>
            <a:off x="100439" y="14560296"/>
            <a:ext cx="13137237" cy="8688532"/>
          </a:xfrm>
          <a:prstGeom prst="rect">
            <a:avLst/>
          </a:prstGeom>
        </p:spPr>
        <p:txBody>
          <a:bodyPr wrap="square" lIns="91440" tIns="45720" rIns="91440" bIns="0">
            <a:spAutoFit/>
          </a:bodyPr>
          <a:lstStyle>
            <a:lvl1pPr marL="0" indent="0" algn="l" defTabSz="4388166" rtl="0" eaLnBrk="1" latinLnBrk="0" hangingPunct="1">
              <a:spcBef>
                <a:spcPct val="20000"/>
              </a:spcBef>
              <a:buFontTx/>
              <a:buNone/>
              <a:defRPr sz="2800" b="0" kern="1200" spc="198" baseline="0">
                <a:solidFill>
                  <a:schemeClr val="tx1"/>
                </a:solidFill>
                <a:latin typeface="Avenir Next LT Pro" panose="020B0504020202020204" pitchFamily="34" charset="0"/>
                <a:ea typeface="+mn-ea"/>
                <a:cs typeface="Arial" panose="020B0604020202020204" pitchFamily="34" charset="0"/>
              </a:defRPr>
            </a:lvl1pPr>
            <a:lvl2pPr marL="667227" indent="-248603"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2pPr>
            <a:lvl3pPr marL="1132999" indent="-201454"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3pPr>
            <a:lvl4pPr marL="1754505" indent="-311468"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4pPr>
            <a:lvl5pPr marL="2313147" indent="-285750"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sz="3600" b="1" dirty="0"/>
          </a:p>
          <a:p>
            <a:pPr marL="457200" indent="-457200">
              <a:buFont typeface="Arial" panose="020B0604020202020204" pitchFamily="34" charset="0"/>
              <a:buChar char="•"/>
            </a:pPr>
            <a:r>
              <a:rPr lang="en-US" sz="3600" b="1" dirty="0"/>
              <a:t>Operating Model (OM)</a:t>
            </a:r>
            <a:r>
              <a:rPr lang="en-US" sz="3600" dirty="0"/>
              <a:t> – “Fish Stock” Model. Simulates environmental conditions and fish stock dynamics under fishing pressures and management regimes used by the EM. </a:t>
            </a:r>
            <a:endParaRPr lang="en-US" sz="3600" b="1" dirty="0"/>
          </a:p>
          <a:p>
            <a:pPr marL="457200" indent="-457200">
              <a:buFont typeface="Arial" panose="020B0604020202020204" pitchFamily="34" charset="0"/>
              <a:buChar char="•"/>
            </a:pPr>
            <a:r>
              <a:rPr lang="en-US" sz="3600" b="1" dirty="0"/>
              <a:t>Estimation Model (EM)</a:t>
            </a:r>
            <a:r>
              <a:rPr lang="en-US" sz="3600" dirty="0"/>
              <a:t> – “Stock Assessment” Model. Simulates stock assessments to estimate stock status and incorporates management changes from the management model.</a:t>
            </a:r>
            <a:endParaRPr lang="en-US" sz="3600" b="1" dirty="0"/>
          </a:p>
          <a:p>
            <a:pPr marL="457200" indent="-457200">
              <a:buFont typeface="Arial" panose="020B0604020202020204" pitchFamily="34" charset="0"/>
              <a:buChar char="•"/>
            </a:pPr>
            <a:r>
              <a:rPr lang="en-US" sz="3600" b="1" dirty="0"/>
              <a:t>Evaluation</a:t>
            </a:r>
            <a:r>
              <a:rPr lang="en-US" sz="3600" dirty="0"/>
              <a:t> – “Management” Model. Compiles stock health metrics such as Catch, SSB, F, etc. and implements simulated management decisions. In this project, we are changing the MSE process such that at each MSE step, the most recent temperature data is incorporated into the assessment.</a:t>
            </a:r>
            <a:endParaRPr lang="en-US" dirty="0"/>
          </a:p>
        </p:txBody>
      </p:sp>
      <p:sp>
        <p:nvSpPr>
          <p:cNvPr id="4" name="Text Placeholder 13">
            <a:extLst>
              <a:ext uri="{FF2B5EF4-FFF2-40B4-BE49-F238E27FC236}">
                <a16:creationId xmlns:a16="http://schemas.microsoft.com/office/drawing/2014/main" id="{F34AA3B3-0DDA-D9DD-00E7-0B2D10E159A3}"/>
              </a:ext>
            </a:extLst>
          </p:cNvPr>
          <p:cNvSpPr txBox="1">
            <a:spLocks/>
          </p:cNvSpPr>
          <p:nvPr/>
        </p:nvSpPr>
        <p:spPr>
          <a:xfrm>
            <a:off x="14428848" y="22625318"/>
            <a:ext cx="12481372" cy="600164"/>
          </a:xfrm>
          <a:prstGeom prst="rect">
            <a:avLst/>
          </a:prstGeom>
        </p:spPr>
        <p:txBody>
          <a:bodyPr wrap="square" lIns="91440" tIns="45720" rIns="91440" bIns="0">
            <a:spAutoFit/>
          </a:bodyPr>
          <a:lstStyle>
            <a:lvl1pPr marL="0" indent="0" algn="l" defTabSz="4388166" rtl="0" eaLnBrk="1" latinLnBrk="0" hangingPunct="1">
              <a:spcBef>
                <a:spcPct val="20000"/>
              </a:spcBef>
              <a:buFontTx/>
              <a:buNone/>
              <a:defRPr sz="2800" b="0" kern="1200" spc="198" baseline="0">
                <a:solidFill>
                  <a:schemeClr val="tx1"/>
                </a:solidFill>
                <a:latin typeface="Avenir Next LT Pro" panose="020B0504020202020204" pitchFamily="34" charset="0"/>
                <a:ea typeface="+mn-ea"/>
                <a:cs typeface="Arial" panose="020B0604020202020204" pitchFamily="34" charset="0"/>
              </a:defRPr>
            </a:lvl1pPr>
            <a:lvl2pPr marL="667227" indent="-248603"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2pPr>
            <a:lvl3pPr marL="1132999" indent="-201454"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3pPr>
            <a:lvl4pPr marL="1754505" indent="-311468"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4pPr>
            <a:lvl5pPr marL="2313147" indent="-285750"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600" dirty="0"/>
              <a:t>Figure 1: Extent of Georges Bank stock </a:t>
            </a:r>
            <a:r>
              <a:rPr lang="en-US" sz="3600" dirty="0">
                <a:highlight>
                  <a:srgbClr val="FFFF00"/>
                </a:highlight>
              </a:rPr>
              <a:t>cite</a:t>
            </a:r>
          </a:p>
        </p:txBody>
      </p:sp>
      <p:sp>
        <p:nvSpPr>
          <p:cNvPr id="55" name="TextBox 54">
            <a:extLst>
              <a:ext uri="{FF2B5EF4-FFF2-40B4-BE49-F238E27FC236}">
                <a16:creationId xmlns:a16="http://schemas.microsoft.com/office/drawing/2014/main" id="{AD676246-EDAF-47D6-9095-1A5A69FF49AE}"/>
              </a:ext>
            </a:extLst>
          </p:cNvPr>
          <p:cNvSpPr txBox="1"/>
          <p:nvPr/>
        </p:nvSpPr>
        <p:spPr>
          <a:xfrm>
            <a:off x="10031499" y="24104904"/>
            <a:ext cx="8619667" cy="877163"/>
          </a:xfrm>
          <a:prstGeom prst="rect">
            <a:avLst/>
          </a:prstGeom>
          <a:noFill/>
        </p:spPr>
        <p:txBody>
          <a:bodyPr wrap="none" rtlCol="0">
            <a:spAutoFit/>
          </a:bodyPr>
          <a:lstStyle/>
          <a:p>
            <a:r>
              <a:rPr lang="en-US" sz="5100" dirty="0"/>
              <a:t>Estimation Model Projections</a:t>
            </a:r>
          </a:p>
        </p:txBody>
      </p:sp>
      <p:cxnSp>
        <p:nvCxnSpPr>
          <p:cNvPr id="1025" name="Straight Connector 1024">
            <a:extLst>
              <a:ext uri="{FF2B5EF4-FFF2-40B4-BE49-F238E27FC236}">
                <a16:creationId xmlns:a16="http://schemas.microsoft.com/office/drawing/2014/main" id="{FB37DE70-942A-E419-E63B-E2030EC76AB4}"/>
              </a:ext>
            </a:extLst>
          </p:cNvPr>
          <p:cNvCxnSpPr>
            <a:cxnSpLocks/>
          </p:cNvCxnSpPr>
          <p:nvPr/>
        </p:nvCxnSpPr>
        <p:spPr>
          <a:xfrm>
            <a:off x="21172795" y="24113739"/>
            <a:ext cx="0" cy="591383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027" name="Straight Connector 1026">
            <a:extLst>
              <a:ext uri="{FF2B5EF4-FFF2-40B4-BE49-F238E27FC236}">
                <a16:creationId xmlns:a16="http://schemas.microsoft.com/office/drawing/2014/main" id="{29077F67-F048-A562-D4EA-B68F365A7E27}"/>
              </a:ext>
            </a:extLst>
          </p:cNvPr>
          <p:cNvCxnSpPr>
            <a:cxnSpLocks/>
          </p:cNvCxnSpPr>
          <p:nvPr/>
        </p:nvCxnSpPr>
        <p:spPr>
          <a:xfrm>
            <a:off x="7322106" y="24138547"/>
            <a:ext cx="0" cy="591383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28" name="Rectangle: Rounded Corners 1027">
            <a:extLst>
              <a:ext uri="{FF2B5EF4-FFF2-40B4-BE49-F238E27FC236}">
                <a16:creationId xmlns:a16="http://schemas.microsoft.com/office/drawing/2014/main" id="{EE377307-0FEA-936D-DE09-63F84B4C8D0D}"/>
              </a:ext>
            </a:extLst>
          </p:cNvPr>
          <p:cNvSpPr/>
          <p:nvPr/>
        </p:nvSpPr>
        <p:spPr>
          <a:xfrm>
            <a:off x="1139439" y="26917929"/>
            <a:ext cx="5657915" cy="3112416"/>
          </a:xfrm>
          <a:prstGeom prst="round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0" b="0" i="0" u="none" strike="noStrike" kern="0" cap="none" spc="0" normalizeH="0" baseline="0" noProof="0" dirty="0">
                <a:ln>
                  <a:noFill/>
                </a:ln>
                <a:solidFill>
                  <a:schemeClr val="bg1"/>
                </a:solidFill>
                <a:effectLst/>
                <a:uLnTx/>
                <a:uFillTx/>
              </a:rPr>
              <a:t>Evaluation 0</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schemeClr val="bg1"/>
                </a:solidFill>
                <a:effectLst/>
                <a:uLnTx/>
                <a:uFillTx/>
              </a:rPr>
              <a:t>Model fit to historical temperature data</a:t>
            </a:r>
          </a:p>
        </p:txBody>
      </p:sp>
      <p:sp>
        <p:nvSpPr>
          <p:cNvPr id="1029" name="Arrow: Right 1028">
            <a:extLst>
              <a:ext uri="{FF2B5EF4-FFF2-40B4-BE49-F238E27FC236}">
                <a16:creationId xmlns:a16="http://schemas.microsoft.com/office/drawing/2014/main" id="{756F73E7-13D5-F48F-E3FA-27E63C54E905}"/>
              </a:ext>
            </a:extLst>
          </p:cNvPr>
          <p:cNvSpPr/>
          <p:nvPr/>
        </p:nvSpPr>
        <p:spPr>
          <a:xfrm>
            <a:off x="5136273" y="29070422"/>
            <a:ext cx="9218247" cy="1212112"/>
          </a:xfrm>
          <a:prstGeom prst="rightArrow">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EM projects catch advice 2022-2025</a:t>
            </a:r>
          </a:p>
        </p:txBody>
      </p:sp>
      <p:grpSp>
        <p:nvGrpSpPr>
          <p:cNvPr id="1038" name="Group 1037">
            <a:extLst>
              <a:ext uri="{FF2B5EF4-FFF2-40B4-BE49-F238E27FC236}">
                <a16:creationId xmlns:a16="http://schemas.microsoft.com/office/drawing/2014/main" id="{B8100D52-ABDF-41FA-F98F-B22299D97105}"/>
              </a:ext>
            </a:extLst>
          </p:cNvPr>
          <p:cNvGrpSpPr/>
          <p:nvPr/>
        </p:nvGrpSpPr>
        <p:grpSpPr>
          <a:xfrm>
            <a:off x="8000168" y="26209526"/>
            <a:ext cx="13215081" cy="3364605"/>
            <a:chOff x="1011105" y="26966244"/>
            <a:chExt cx="13215081" cy="3364605"/>
          </a:xfrm>
          <a:solidFill>
            <a:schemeClr val="accent5">
              <a:lumMod val="90000"/>
            </a:schemeClr>
          </a:solidFill>
        </p:grpSpPr>
        <p:sp>
          <p:nvSpPr>
            <p:cNvPr id="1039" name="Rectangle: Rounded Corners 1038">
              <a:extLst>
                <a:ext uri="{FF2B5EF4-FFF2-40B4-BE49-F238E27FC236}">
                  <a16:creationId xmlns:a16="http://schemas.microsoft.com/office/drawing/2014/main" id="{C6CB5910-7EF2-74F1-42F9-DC2AFC5EABA8}"/>
                </a:ext>
              </a:extLst>
            </p:cNvPr>
            <p:cNvSpPr/>
            <p:nvPr/>
          </p:nvSpPr>
          <p:spPr>
            <a:xfrm>
              <a:off x="1011105" y="26966244"/>
              <a:ext cx="5657915" cy="3112416"/>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6000" kern="0" dirty="0">
                  <a:solidFill>
                    <a:schemeClr val="bg1"/>
                  </a:solidFill>
                </a:rPr>
                <a:t>Evaluation 1</a:t>
              </a:r>
            </a:p>
            <a:p>
              <a:pPr marL="0" lvl="1" defTabSz="914400">
                <a:defRPr/>
              </a:pPr>
              <a:r>
                <a:rPr lang="en-US" sz="3600" kern="0" dirty="0">
                  <a:solidFill>
                    <a:schemeClr val="bg1"/>
                  </a:solidFill>
                </a:rPr>
                <a:t>2022-2025 temperature data incorporated from om</a:t>
              </a:r>
            </a:p>
          </p:txBody>
        </p:sp>
        <p:sp>
          <p:nvSpPr>
            <p:cNvPr id="1040" name="Arrow: Right 1039">
              <a:extLst>
                <a:ext uri="{FF2B5EF4-FFF2-40B4-BE49-F238E27FC236}">
                  <a16:creationId xmlns:a16="http://schemas.microsoft.com/office/drawing/2014/main" id="{2F61907A-1111-937B-8FF4-6B88F15BC019}"/>
                </a:ext>
              </a:extLst>
            </p:cNvPr>
            <p:cNvSpPr/>
            <p:nvPr/>
          </p:nvSpPr>
          <p:spPr>
            <a:xfrm>
              <a:off x="5007939" y="29118737"/>
              <a:ext cx="9218247" cy="1212112"/>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388166"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Arial"/>
                  <a:ea typeface="+mn-ea"/>
                  <a:cs typeface="+mn-cs"/>
                </a:rPr>
                <a:t>EM projects catch advice 2022-2025</a:t>
              </a:r>
            </a:p>
          </p:txBody>
        </p:sp>
      </p:grpSp>
      <p:grpSp>
        <p:nvGrpSpPr>
          <p:cNvPr id="1041" name="Group 1040">
            <a:extLst>
              <a:ext uri="{FF2B5EF4-FFF2-40B4-BE49-F238E27FC236}">
                <a16:creationId xmlns:a16="http://schemas.microsoft.com/office/drawing/2014/main" id="{DD88E3F4-811E-1112-70D5-7D2D652A3932}"/>
              </a:ext>
            </a:extLst>
          </p:cNvPr>
          <p:cNvGrpSpPr/>
          <p:nvPr/>
        </p:nvGrpSpPr>
        <p:grpSpPr>
          <a:xfrm>
            <a:off x="14909446" y="25494199"/>
            <a:ext cx="13215081" cy="3364605"/>
            <a:chOff x="1011105" y="26924680"/>
            <a:chExt cx="13215081" cy="3364605"/>
          </a:xfrm>
          <a:solidFill>
            <a:schemeClr val="bg2">
              <a:lumMod val="50000"/>
            </a:schemeClr>
          </a:solidFill>
        </p:grpSpPr>
        <p:sp>
          <p:nvSpPr>
            <p:cNvPr id="1042" name="Rectangle: Rounded Corners 1041">
              <a:extLst>
                <a:ext uri="{FF2B5EF4-FFF2-40B4-BE49-F238E27FC236}">
                  <a16:creationId xmlns:a16="http://schemas.microsoft.com/office/drawing/2014/main" id="{7E44691A-E911-7D73-FAB3-0CD4EE18C4E8}"/>
                </a:ext>
              </a:extLst>
            </p:cNvPr>
            <p:cNvSpPr/>
            <p:nvPr/>
          </p:nvSpPr>
          <p:spPr>
            <a:xfrm>
              <a:off x="1011105" y="26924680"/>
              <a:ext cx="5657915" cy="3112416"/>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6000" kern="0" dirty="0">
                  <a:solidFill>
                    <a:schemeClr val="bg1"/>
                  </a:solidFill>
                </a:rPr>
                <a:t>Evaluation 2</a:t>
              </a:r>
            </a:p>
            <a:p>
              <a:pPr marL="0" lvl="1" defTabSz="914400">
                <a:defRPr/>
              </a:pPr>
              <a:r>
                <a:rPr lang="en-US" sz="3600" kern="0" dirty="0">
                  <a:solidFill>
                    <a:schemeClr val="bg1"/>
                  </a:solidFill>
                </a:rPr>
                <a:t>2025-2028 temperature data incorporated from om</a:t>
              </a:r>
            </a:p>
          </p:txBody>
        </p:sp>
        <p:sp>
          <p:nvSpPr>
            <p:cNvPr id="1043" name="Arrow: Right 1042">
              <a:extLst>
                <a:ext uri="{FF2B5EF4-FFF2-40B4-BE49-F238E27FC236}">
                  <a16:creationId xmlns:a16="http://schemas.microsoft.com/office/drawing/2014/main" id="{ECF6C77F-C261-B6E7-8F23-19B52770E43A}"/>
                </a:ext>
              </a:extLst>
            </p:cNvPr>
            <p:cNvSpPr/>
            <p:nvPr/>
          </p:nvSpPr>
          <p:spPr>
            <a:xfrm>
              <a:off x="5007939" y="29077173"/>
              <a:ext cx="9218247" cy="1212112"/>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FFFFFF"/>
                  </a:solidFill>
                </a:rPr>
                <a:t>EM projects catch advice 2022-2025</a:t>
              </a:r>
            </a:p>
          </p:txBody>
        </p:sp>
      </p:grpSp>
      <p:sp>
        <p:nvSpPr>
          <p:cNvPr id="1045" name="Rectangle: Rounded Corners 1044">
            <a:extLst>
              <a:ext uri="{FF2B5EF4-FFF2-40B4-BE49-F238E27FC236}">
                <a16:creationId xmlns:a16="http://schemas.microsoft.com/office/drawing/2014/main" id="{B46EB768-C7B2-A710-8FCF-0E439A257412}"/>
              </a:ext>
            </a:extLst>
          </p:cNvPr>
          <p:cNvSpPr/>
          <p:nvPr/>
        </p:nvSpPr>
        <p:spPr>
          <a:xfrm>
            <a:off x="21802128" y="24797160"/>
            <a:ext cx="5657915" cy="3112416"/>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6000" kern="0" dirty="0">
                <a:solidFill>
                  <a:schemeClr val="bg1"/>
                </a:solidFill>
              </a:rPr>
              <a:t>Evaluation Continued…</a:t>
            </a:r>
          </a:p>
        </p:txBody>
      </p:sp>
      <p:pic>
        <p:nvPicPr>
          <p:cNvPr id="1052" name="Picture 1051">
            <a:extLst>
              <a:ext uri="{FF2B5EF4-FFF2-40B4-BE49-F238E27FC236}">
                <a16:creationId xmlns:a16="http://schemas.microsoft.com/office/drawing/2014/main" id="{EA66B52D-CE3D-F4CF-A059-5DC0ACAAF2D5}"/>
              </a:ext>
            </a:extLst>
          </p:cNvPr>
          <p:cNvPicPr>
            <a:picLocks noChangeAspect="1"/>
          </p:cNvPicPr>
          <p:nvPr/>
        </p:nvPicPr>
        <p:blipFill>
          <a:blip r:embed="rId4"/>
          <a:stretch>
            <a:fillRect/>
          </a:stretch>
        </p:blipFill>
        <p:spPr>
          <a:xfrm>
            <a:off x="28089376" y="6556252"/>
            <a:ext cx="14711678" cy="9469832"/>
          </a:xfrm>
          <a:prstGeom prst="rect">
            <a:avLst/>
          </a:prstGeom>
        </p:spPr>
      </p:pic>
      <p:cxnSp>
        <p:nvCxnSpPr>
          <p:cNvPr id="21" name="Straight Connector 20">
            <a:extLst>
              <a:ext uri="{FF2B5EF4-FFF2-40B4-BE49-F238E27FC236}">
                <a16:creationId xmlns:a16="http://schemas.microsoft.com/office/drawing/2014/main" id="{FD1501CA-F393-EA63-4E64-9C77AAA4EEFA}"/>
              </a:ext>
            </a:extLst>
          </p:cNvPr>
          <p:cNvCxnSpPr>
            <a:cxnSpLocks/>
          </p:cNvCxnSpPr>
          <p:nvPr/>
        </p:nvCxnSpPr>
        <p:spPr>
          <a:xfrm>
            <a:off x="34686290" y="6265845"/>
            <a:ext cx="0" cy="8817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Text Placeholder 13">
            <a:extLst>
              <a:ext uri="{FF2B5EF4-FFF2-40B4-BE49-F238E27FC236}">
                <a16:creationId xmlns:a16="http://schemas.microsoft.com/office/drawing/2014/main" id="{F24D0BCB-00CD-B7AD-EB8D-C62DDE3FDE91}"/>
              </a:ext>
            </a:extLst>
          </p:cNvPr>
          <p:cNvSpPr txBox="1">
            <a:spLocks/>
          </p:cNvSpPr>
          <p:nvPr/>
        </p:nvSpPr>
        <p:spPr>
          <a:xfrm>
            <a:off x="27172370" y="15793462"/>
            <a:ext cx="15690771" cy="1154162"/>
          </a:xfrm>
          <a:prstGeom prst="rect">
            <a:avLst/>
          </a:prstGeom>
        </p:spPr>
        <p:txBody>
          <a:bodyPr wrap="square" lIns="91440" tIns="45720" rIns="91440" bIns="0">
            <a:spAutoFit/>
          </a:bodyPr>
          <a:lstStyle>
            <a:lvl1pPr marL="0" indent="0" algn="l" defTabSz="4388166" rtl="0" eaLnBrk="1" latinLnBrk="0" hangingPunct="1">
              <a:spcBef>
                <a:spcPct val="20000"/>
              </a:spcBef>
              <a:buFontTx/>
              <a:buNone/>
              <a:defRPr sz="2800" b="0" kern="1200" spc="198" baseline="0">
                <a:solidFill>
                  <a:schemeClr val="tx1"/>
                </a:solidFill>
                <a:latin typeface="Avenir Next LT Pro" panose="020B0504020202020204" pitchFamily="34" charset="0"/>
                <a:ea typeface="+mn-ea"/>
                <a:cs typeface="Arial" panose="020B0604020202020204" pitchFamily="34" charset="0"/>
              </a:defRPr>
            </a:lvl1pPr>
            <a:lvl2pPr marL="667227" indent="-248603"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2pPr>
            <a:lvl3pPr marL="1132999" indent="-201454" algn="l" defTabSz="4388166" rtl="0" eaLnBrk="1" latinLnBrk="0" hangingPunct="1">
              <a:spcBef>
                <a:spcPct val="20000"/>
              </a:spcBef>
              <a:buFont typeface="Arial" panose="020B0604020202020204" pitchFamily="34" charset="0"/>
              <a:buChar char="•"/>
              <a:defRPr sz="2800" b="0" kern="1200" spc="198" baseline="0">
                <a:solidFill>
                  <a:schemeClr val="tx1"/>
                </a:solidFill>
                <a:latin typeface="Avenir Next LT Pro" panose="020B0504020202020204" pitchFamily="34" charset="0"/>
                <a:ea typeface="+mn-ea"/>
                <a:cs typeface="Arial" panose="020B0604020202020204" pitchFamily="34" charset="0"/>
              </a:defRPr>
            </a:lvl3pPr>
            <a:lvl4pPr marL="1754505" indent="-311468"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4pPr>
            <a:lvl5pPr marL="2313147" indent="-285750" algn="l" defTabSz="4388166" rtl="0" eaLnBrk="1" latinLnBrk="0" hangingPunct="1">
              <a:spcBef>
                <a:spcPct val="20000"/>
              </a:spcBef>
              <a:buFont typeface="Arial" panose="020B0604020202020204" pitchFamily="34" charset="0"/>
              <a:buChar char="•"/>
              <a:defRPr sz="2400" b="0" kern="1200" spc="198" baseline="0">
                <a:solidFill>
                  <a:schemeClr val="tx1"/>
                </a:solidFill>
                <a:latin typeface="Avenir Next LT Pro" panose="020B0504020202020204" pitchFamily="34" charset="0"/>
                <a:ea typeface="+mn-ea"/>
                <a:cs typeface="Arial" panose="020B0604020202020204" pitchFamily="34" charset="0"/>
              </a:defRPr>
            </a:lvl5pPr>
            <a:lvl6pPr marL="12067458"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1540"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5624"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49706" indent="-1097042" algn="l" defTabSz="438816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600" dirty="0"/>
              <a:t>Figure 3: Example temperature Projections that will be used by each EM in each Evaluation Event</a:t>
            </a:r>
          </a:p>
        </p:txBody>
      </p:sp>
    </p:spTree>
    <p:extLst>
      <p:ext uri="{BB962C8B-B14F-4D97-AF65-F5344CB8AC3E}">
        <p14:creationId xmlns:p14="http://schemas.microsoft.com/office/powerpoint/2010/main" val="3999314347"/>
      </p:ext>
    </p:extLst>
  </p:cSld>
  <p:clrMapOvr>
    <a:masterClrMapping/>
  </p:clrMapOvr>
</p:sld>
</file>

<file path=ppt/theme/theme1.xml><?xml version="1.0" encoding="utf-8"?>
<a:theme xmlns:a="http://schemas.openxmlformats.org/drawingml/2006/main" name="36&quot; x 48&quot;">
  <a:themeElements>
    <a:clrScheme name="Test pallette 2">
      <a:dk1>
        <a:srgbClr val="000000"/>
      </a:dk1>
      <a:lt1>
        <a:srgbClr val="FFFFFF"/>
      </a:lt1>
      <a:dk2>
        <a:srgbClr val="4E5B6F"/>
      </a:dk2>
      <a:lt2>
        <a:srgbClr val="D6ECFF"/>
      </a:lt2>
      <a:accent1>
        <a:srgbClr val="FCBF45"/>
      </a:accent1>
      <a:accent2>
        <a:srgbClr val="2197FF"/>
      </a:accent2>
      <a:accent3>
        <a:srgbClr val="687196"/>
      </a:accent3>
      <a:accent4>
        <a:srgbClr val="A27872"/>
      </a:accent4>
      <a:accent5>
        <a:srgbClr val="BCBCEE"/>
      </a:accent5>
      <a:accent6>
        <a:srgbClr val="00B0F0"/>
      </a:accent6>
      <a:hlink>
        <a:srgbClr val="00ADDC"/>
      </a:hlink>
      <a:folHlink>
        <a:srgbClr val="004B8D"/>
      </a:folHlink>
    </a:clrScheme>
    <a:fontScheme name="UMass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tandard-research-poster-template-36x48-final.potx" id="{122EDA18-0B03-48AE-8BB3-DA9D80D53827}" vid="{110A95A0-D310-43DC-A307-FE0A2BEB26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 x 48"</Template>
  <TotalTime>4604</TotalTime>
  <Words>760</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Avenir Next LT Pro</vt:lpstr>
      <vt:lpstr>Calibri</vt:lpstr>
      <vt:lpstr>Franklin Gothic Medium</vt:lpstr>
      <vt:lpstr>Frutiger LT Std 45 Light</vt:lpstr>
      <vt:lpstr>Frutiger LT Std 55 Roman</vt:lpstr>
      <vt:lpstr>Rockwell</vt:lpstr>
      <vt:lpstr>Trebuchet MS</vt:lpstr>
      <vt:lpstr>36" x 48"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Kamran A Walsh</dc:creator>
  <cp:lastModifiedBy>Sophie Wulfing</cp:lastModifiedBy>
  <cp:revision>161</cp:revision>
  <dcterms:created xsi:type="dcterms:W3CDTF">2024-10-16T17:16:58Z</dcterms:created>
  <dcterms:modified xsi:type="dcterms:W3CDTF">2025-08-20T20:41:35Z</dcterms:modified>
</cp:coreProperties>
</file>